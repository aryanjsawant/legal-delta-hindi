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 Light"/>
      <p:regular r:id="rId23"/>
      <p:bold r:id="rId24"/>
      <p:italic r:id="rId25"/>
      <p:boldItalic r:id="rId26"/>
    </p:embeddedFont>
    <p:embeddedFont>
      <p:font typeface="Gowun Batang"/>
      <p:regular r:id="rId27"/>
      <p:bold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jDQMTVacfYpgyVI3zCYQ4RKz9U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33" Type="http://schemas.openxmlformats.org/officeDocument/2006/relationships/font" Target="fonts/InterMedium-regular.fntdata"/><Relationship Id="rId32" Type="http://schemas.openxmlformats.org/officeDocument/2006/relationships/font" Target="fonts/Inter-boldItalic.fntdata"/><Relationship Id="rId35" Type="http://schemas.openxmlformats.org/officeDocument/2006/relationships/font" Target="fonts/InterMedium-italic.fntdata"/><Relationship Id="rId34" Type="http://schemas.openxmlformats.org/officeDocument/2006/relationships/font" Target="fonts/InterMedium-bold.fntdata"/><Relationship Id="rId37" Type="http://customschemas.google.com/relationships/presentationmetadata" Target="metadata"/><Relationship Id="rId36" Type="http://schemas.openxmlformats.org/officeDocument/2006/relationships/font" Target="fonts/InterMedium-boldItalic.fntdata"/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Light-bold.fntdata"/><Relationship Id="rId23" Type="http://schemas.openxmlformats.org/officeDocument/2006/relationships/font" Target="fonts/InterLight-regular.fntdata"/><Relationship Id="rId26" Type="http://schemas.openxmlformats.org/officeDocument/2006/relationships/font" Target="fonts/InterLight-boldItalic.fntdata"/><Relationship Id="rId25" Type="http://schemas.openxmlformats.org/officeDocument/2006/relationships/font" Target="fonts/InterLight-italic.fntdata"/><Relationship Id="rId28" Type="http://schemas.openxmlformats.org/officeDocument/2006/relationships/font" Target="fonts/GowunBatang-bold.fntdata"/><Relationship Id="rId27" Type="http://schemas.openxmlformats.org/officeDocument/2006/relationships/font" Target="fonts/GowunBatang-regular.fntdata"/><Relationship Id="rId29" Type="http://schemas.openxmlformats.org/officeDocument/2006/relationships/font" Target="fonts/Inter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4" name="Google Shape;14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0" name="Google Shape;14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7" name="Google Shape;14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1" name="Google Shape;14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8" name="Google Shape;14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4" name="Google Shape;14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0" name="Google Shape;15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5" name="Google Shape;15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2" name="Google Shape;15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8" name="Google Shape;15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2" name="Google Shape;15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7" name="Google Shape;15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0" name="Google Shape;15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1" type="blank">
  <p:cSld name="BLANK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15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10" name="Google Shape;10;p15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" name="Google Shape;11;p15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5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" name="Google Shape;13;p15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15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" name="Google Shape;15;p15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15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" name="Google Shape;17;p15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" name="Google Shape;19;p15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15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ummary">
  <p:cSld name="BLANK_1_1_1_1_1_1_1_2_1">
    <p:bg>
      <p:bgPr>
        <a:solidFill>
          <a:schemeClr val="l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1040950" y="1667775"/>
            <a:ext cx="20220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1041000" y="2309175"/>
            <a:ext cx="20220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5" name="Google Shape;25;p16"/>
          <p:cNvSpPr txBox="1"/>
          <p:nvPr>
            <p:ph idx="2" type="title"/>
          </p:nvPr>
        </p:nvSpPr>
        <p:spPr>
          <a:xfrm>
            <a:off x="3065850" y="1667775"/>
            <a:ext cx="2025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3" type="body"/>
          </p:nvPr>
        </p:nvSpPr>
        <p:spPr>
          <a:xfrm>
            <a:off x="3065900" y="2309175"/>
            <a:ext cx="202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7" name="Google Shape;27;p16"/>
          <p:cNvSpPr txBox="1"/>
          <p:nvPr>
            <p:ph idx="4" type="title"/>
          </p:nvPr>
        </p:nvSpPr>
        <p:spPr>
          <a:xfrm>
            <a:off x="5090675" y="1667775"/>
            <a:ext cx="2027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" name="Google Shape;28;p16"/>
          <p:cNvSpPr txBox="1"/>
          <p:nvPr>
            <p:ph idx="5" type="body"/>
          </p:nvPr>
        </p:nvSpPr>
        <p:spPr>
          <a:xfrm>
            <a:off x="5090725" y="2309175"/>
            <a:ext cx="20277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9" name="Google Shape;29;p16"/>
          <p:cNvSpPr txBox="1"/>
          <p:nvPr>
            <p:ph idx="6" type="title"/>
          </p:nvPr>
        </p:nvSpPr>
        <p:spPr>
          <a:xfrm>
            <a:off x="7118725" y="1667775"/>
            <a:ext cx="2025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7" type="body"/>
          </p:nvPr>
        </p:nvSpPr>
        <p:spPr>
          <a:xfrm>
            <a:off x="7118775" y="2309175"/>
            <a:ext cx="202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1" name="Google Shape;31;p16"/>
          <p:cNvSpPr txBox="1"/>
          <p:nvPr>
            <p:ph idx="8" type="title"/>
          </p:nvPr>
        </p:nvSpPr>
        <p:spPr>
          <a:xfrm>
            <a:off x="1040950" y="3584775"/>
            <a:ext cx="20220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" name="Google Shape;32;p16"/>
          <p:cNvSpPr txBox="1"/>
          <p:nvPr>
            <p:ph idx="9" type="body"/>
          </p:nvPr>
        </p:nvSpPr>
        <p:spPr>
          <a:xfrm>
            <a:off x="1041000" y="4226175"/>
            <a:ext cx="20220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3" name="Google Shape;33;p16"/>
          <p:cNvSpPr txBox="1"/>
          <p:nvPr>
            <p:ph idx="13" type="title"/>
          </p:nvPr>
        </p:nvSpPr>
        <p:spPr>
          <a:xfrm>
            <a:off x="3065850" y="3584775"/>
            <a:ext cx="2025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4" type="body"/>
          </p:nvPr>
        </p:nvSpPr>
        <p:spPr>
          <a:xfrm>
            <a:off x="3065900" y="4226175"/>
            <a:ext cx="202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5" name="Google Shape;35;p16"/>
          <p:cNvSpPr txBox="1"/>
          <p:nvPr>
            <p:ph idx="15" type="title"/>
          </p:nvPr>
        </p:nvSpPr>
        <p:spPr>
          <a:xfrm>
            <a:off x="5090675" y="3584775"/>
            <a:ext cx="2027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" name="Google Shape;36;p16"/>
          <p:cNvSpPr txBox="1"/>
          <p:nvPr>
            <p:ph idx="16" type="body"/>
          </p:nvPr>
        </p:nvSpPr>
        <p:spPr>
          <a:xfrm>
            <a:off x="5090725" y="4226175"/>
            <a:ext cx="20277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7" name="Google Shape;37;p16"/>
          <p:cNvSpPr txBox="1"/>
          <p:nvPr>
            <p:ph idx="17" type="title"/>
          </p:nvPr>
        </p:nvSpPr>
        <p:spPr>
          <a:xfrm>
            <a:off x="7118725" y="3584775"/>
            <a:ext cx="2025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8" name="Google Shape;38;p16"/>
          <p:cNvSpPr txBox="1"/>
          <p:nvPr>
            <p:ph idx="18" type="body"/>
          </p:nvPr>
        </p:nvSpPr>
        <p:spPr>
          <a:xfrm>
            <a:off x="7118775" y="4226175"/>
            <a:ext cx="202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9" name="Google Shape;39;p16"/>
          <p:cNvSpPr txBox="1"/>
          <p:nvPr>
            <p:ph idx="1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0" name="Google Shape;40;p16"/>
          <p:cNvSpPr txBox="1"/>
          <p:nvPr>
            <p:ph idx="20"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16"/>
          <p:cNvSpPr txBox="1"/>
          <p:nvPr>
            <p:ph idx="21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2" name="Google Shape;42;p16"/>
          <p:cNvSpPr txBox="1"/>
          <p:nvPr>
            <p:ph idx="2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3" name="Google Shape;43;p16"/>
          <p:cNvSpPr txBox="1"/>
          <p:nvPr>
            <p:ph idx="23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3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6" name="Google Shape;46;p17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7" name="Google Shape;47;p1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8" name="Google Shape;48;p17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9" name="Google Shape;49;p17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50" name="Google Shape;50;p17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51" name="Google Shape;51;p17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52" name="Google Shape;52;p17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53" name="Google Shape;53;p17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54" name="Google Shape;54;p17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rational Performance">
  <p:cSld name="BLANK_1_5_1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type="title"/>
          </p:nvPr>
        </p:nvSpPr>
        <p:spPr>
          <a:xfrm>
            <a:off x="4675375" y="3375975"/>
            <a:ext cx="1056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8"/>
          <p:cNvSpPr txBox="1"/>
          <p:nvPr>
            <p:ph idx="2" type="title"/>
          </p:nvPr>
        </p:nvSpPr>
        <p:spPr>
          <a:xfrm>
            <a:off x="3429275" y="33759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idx="3" type="title"/>
          </p:nvPr>
        </p:nvSpPr>
        <p:spPr>
          <a:xfrm>
            <a:off x="4675375" y="1475325"/>
            <a:ext cx="1056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9" name="Google Shape;59;p18"/>
          <p:cNvSpPr txBox="1"/>
          <p:nvPr>
            <p:ph idx="4" type="title"/>
          </p:nvPr>
        </p:nvSpPr>
        <p:spPr>
          <a:xfrm>
            <a:off x="4675375" y="2107788"/>
            <a:ext cx="1056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0" name="Google Shape;60;p18"/>
          <p:cNvSpPr txBox="1"/>
          <p:nvPr>
            <p:ph idx="5" type="title"/>
          </p:nvPr>
        </p:nvSpPr>
        <p:spPr>
          <a:xfrm>
            <a:off x="4675375" y="2740325"/>
            <a:ext cx="1056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1" name="Google Shape;61;p18"/>
          <p:cNvSpPr txBox="1"/>
          <p:nvPr>
            <p:ph idx="6" type="title"/>
          </p:nvPr>
        </p:nvSpPr>
        <p:spPr>
          <a:xfrm>
            <a:off x="4675375" y="4007325"/>
            <a:ext cx="10560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2" name="Google Shape;62;p18"/>
          <p:cNvSpPr txBox="1"/>
          <p:nvPr>
            <p:ph idx="7" type="title"/>
          </p:nvPr>
        </p:nvSpPr>
        <p:spPr>
          <a:xfrm>
            <a:off x="3429252" y="147532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3" name="Google Shape;63;p18"/>
          <p:cNvSpPr txBox="1"/>
          <p:nvPr>
            <p:ph idx="8" type="title"/>
          </p:nvPr>
        </p:nvSpPr>
        <p:spPr>
          <a:xfrm>
            <a:off x="3429252" y="21072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18"/>
          <p:cNvSpPr txBox="1"/>
          <p:nvPr>
            <p:ph idx="9" type="title"/>
          </p:nvPr>
        </p:nvSpPr>
        <p:spPr>
          <a:xfrm>
            <a:off x="3429252" y="2742250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18"/>
          <p:cNvSpPr txBox="1"/>
          <p:nvPr>
            <p:ph idx="13" type="title"/>
          </p:nvPr>
        </p:nvSpPr>
        <p:spPr>
          <a:xfrm>
            <a:off x="3429250" y="4008675"/>
            <a:ext cx="12441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14" type="title"/>
          </p:nvPr>
        </p:nvSpPr>
        <p:spPr>
          <a:xfrm>
            <a:off x="2184152" y="147532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7" name="Google Shape;67;p18"/>
          <p:cNvSpPr txBox="1"/>
          <p:nvPr>
            <p:ph idx="15" type="title"/>
          </p:nvPr>
        </p:nvSpPr>
        <p:spPr>
          <a:xfrm>
            <a:off x="2184152" y="21072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6" type="title"/>
          </p:nvPr>
        </p:nvSpPr>
        <p:spPr>
          <a:xfrm>
            <a:off x="2184152" y="2742250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17" type="title"/>
          </p:nvPr>
        </p:nvSpPr>
        <p:spPr>
          <a:xfrm>
            <a:off x="2184175" y="33759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18" type="title"/>
          </p:nvPr>
        </p:nvSpPr>
        <p:spPr>
          <a:xfrm>
            <a:off x="2184150" y="4008675"/>
            <a:ext cx="12441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19" type="title"/>
          </p:nvPr>
        </p:nvSpPr>
        <p:spPr>
          <a:xfrm>
            <a:off x="522075" y="3375513"/>
            <a:ext cx="1661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20" type="title"/>
          </p:nvPr>
        </p:nvSpPr>
        <p:spPr>
          <a:xfrm>
            <a:off x="2183175" y="8416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21" type="title"/>
          </p:nvPr>
        </p:nvSpPr>
        <p:spPr>
          <a:xfrm>
            <a:off x="3429275" y="841675"/>
            <a:ext cx="1244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22" type="title"/>
          </p:nvPr>
        </p:nvSpPr>
        <p:spPr>
          <a:xfrm>
            <a:off x="522075" y="1474600"/>
            <a:ext cx="1661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23" type="title"/>
          </p:nvPr>
        </p:nvSpPr>
        <p:spPr>
          <a:xfrm>
            <a:off x="522075" y="2108563"/>
            <a:ext cx="1661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24" type="title"/>
          </p:nvPr>
        </p:nvSpPr>
        <p:spPr>
          <a:xfrm>
            <a:off x="522075" y="2740413"/>
            <a:ext cx="16611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25" type="title"/>
          </p:nvPr>
        </p:nvSpPr>
        <p:spPr>
          <a:xfrm>
            <a:off x="522075" y="4005674"/>
            <a:ext cx="16611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idx="26" type="title"/>
          </p:nvPr>
        </p:nvSpPr>
        <p:spPr>
          <a:xfrm>
            <a:off x="5731300" y="1475000"/>
            <a:ext cx="28914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27" type="title"/>
          </p:nvPr>
        </p:nvSpPr>
        <p:spPr>
          <a:xfrm>
            <a:off x="5731300" y="2107788"/>
            <a:ext cx="28914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28" type="title"/>
          </p:nvPr>
        </p:nvSpPr>
        <p:spPr>
          <a:xfrm>
            <a:off x="5731300" y="2741150"/>
            <a:ext cx="28914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29" type="title"/>
          </p:nvPr>
        </p:nvSpPr>
        <p:spPr>
          <a:xfrm>
            <a:off x="5731300" y="4011450"/>
            <a:ext cx="2891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5" name="Google Shape;85;p1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8"/>
          <p:cNvSpPr txBox="1"/>
          <p:nvPr>
            <p:ph idx="32" type="title"/>
          </p:nvPr>
        </p:nvSpPr>
        <p:spPr>
          <a:xfrm>
            <a:off x="5731300" y="3374175"/>
            <a:ext cx="28914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Milestones">
  <p:cSld name="BLANK_1_2_1">
    <p:bg>
      <p:bgPr>
        <a:solidFill>
          <a:schemeClr val="dk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6777000" y="1805138"/>
            <a:ext cx="20535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2" type="body"/>
          </p:nvPr>
        </p:nvSpPr>
        <p:spPr>
          <a:xfrm>
            <a:off x="4684800" y="1755750"/>
            <a:ext cx="2086500" cy="12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3" type="body"/>
          </p:nvPr>
        </p:nvSpPr>
        <p:spPr>
          <a:xfrm>
            <a:off x="4684800" y="3390775"/>
            <a:ext cx="208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4" type="subTitle"/>
          </p:nvPr>
        </p:nvSpPr>
        <p:spPr>
          <a:xfrm>
            <a:off x="6778383" y="3350950"/>
            <a:ext cx="2053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5" type="subTitle"/>
          </p:nvPr>
        </p:nvSpPr>
        <p:spPr>
          <a:xfrm>
            <a:off x="6778457" y="3535750"/>
            <a:ext cx="2053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6" type="body"/>
          </p:nvPr>
        </p:nvSpPr>
        <p:spPr>
          <a:xfrm>
            <a:off x="6777000" y="3955275"/>
            <a:ext cx="20535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idx="7" type="subTitle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8" type="subTitle"/>
          </p:nvPr>
        </p:nvSpPr>
        <p:spPr>
          <a:xfrm>
            <a:off x="6778457" y="1385613"/>
            <a:ext cx="2053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8" name="Google Shape;98;p19"/>
          <p:cNvSpPr txBox="1"/>
          <p:nvPr>
            <p:ph idx="9" type="subTitle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13" type="subTitle"/>
          </p:nvPr>
        </p:nvSpPr>
        <p:spPr>
          <a:xfrm>
            <a:off x="518800" y="1761750"/>
            <a:ext cx="2079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14" type="body"/>
          </p:nvPr>
        </p:nvSpPr>
        <p:spPr>
          <a:xfrm>
            <a:off x="517325" y="2181275"/>
            <a:ext cx="2079300" cy="18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15" type="subTitle"/>
          </p:nvPr>
        </p:nvSpPr>
        <p:spPr>
          <a:xfrm>
            <a:off x="2599579" y="1576950"/>
            <a:ext cx="208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16" type="subTitle"/>
          </p:nvPr>
        </p:nvSpPr>
        <p:spPr>
          <a:xfrm>
            <a:off x="2599654" y="1761750"/>
            <a:ext cx="2085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17" type="body"/>
          </p:nvPr>
        </p:nvSpPr>
        <p:spPr>
          <a:xfrm>
            <a:off x="2598175" y="2181275"/>
            <a:ext cx="2085000" cy="18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" name="Google Shape;104;p19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9"/>
          <p:cNvSpPr txBox="1"/>
          <p:nvPr>
            <p:ph idx="1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19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8" name="Google Shape;108;p1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9"/>
          <p:cNvSpPr txBox="1"/>
          <p:nvPr>
            <p:ph idx="21" type="title"/>
          </p:nvPr>
        </p:nvSpPr>
        <p:spPr>
          <a:xfrm>
            <a:off x="518575" y="3955025"/>
            <a:ext cx="2079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22" type="title"/>
          </p:nvPr>
        </p:nvSpPr>
        <p:spPr>
          <a:xfrm>
            <a:off x="2596700" y="3955025"/>
            <a:ext cx="2086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2" name="Google Shape;112;p19"/>
          <p:cNvSpPr txBox="1"/>
          <p:nvPr>
            <p:ph idx="23" type="subTitle"/>
          </p:nvPr>
        </p:nvSpPr>
        <p:spPr>
          <a:xfrm>
            <a:off x="4684800" y="1002050"/>
            <a:ext cx="2086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3" name="Google Shape;113;p19"/>
          <p:cNvSpPr txBox="1"/>
          <p:nvPr>
            <p:ph idx="24" type="subTitle"/>
          </p:nvPr>
        </p:nvSpPr>
        <p:spPr>
          <a:xfrm>
            <a:off x="4684871" y="1186850"/>
            <a:ext cx="2086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4" name="Google Shape;114;p19"/>
          <p:cNvSpPr txBox="1"/>
          <p:nvPr>
            <p:ph idx="25" type="subTitle"/>
          </p:nvPr>
        </p:nvSpPr>
        <p:spPr>
          <a:xfrm>
            <a:off x="4684875" y="3088650"/>
            <a:ext cx="2086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5" name="Google Shape;115;p19"/>
          <p:cNvSpPr txBox="1"/>
          <p:nvPr>
            <p:ph idx="26" type="subTitle"/>
          </p:nvPr>
        </p:nvSpPr>
        <p:spPr>
          <a:xfrm>
            <a:off x="4684875" y="4079075"/>
            <a:ext cx="2086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27" type="body"/>
          </p:nvPr>
        </p:nvSpPr>
        <p:spPr>
          <a:xfrm>
            <a:off x="4684800" y="4385550"/>
            <a:ext cx="208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l">
              <a:lnSpc>
                <a:spcPct val="10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tatus">
  <p:cSld name="BLANK_1_1_1_1_1_1_1_2_2">
    <p:bg>
      <p:bgPr>
        <a:solidFill>
          <a:schemeClr val="dk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0" name="Google Shape;120;p2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20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2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0"/>
          <p:cNvSpPr txBox="1"/>
          <p:nvPr>
            <p:ph idx="4" type="subTitle"/>
          </p:nvPr>
        </p:nvSpPr>
        <p:spPr>
          <a:xfrm>
            <a:off x="1303550" y="1309275"/>
            <a:ext cx="26070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457200" wrap="square" tIns="91425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5" type="subTitle"/>
          </p:nvPr>
        </p:nvSpPr>
        <p:spPr>
          <a:xfrm>
            <a:off x="5223450" y="1309275"/>
            <a:ext cx="26070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457200" wrap="square" tIns="91425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idx="7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8" name="Google Shape;128;p20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9" name="Google Shape;129;p20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2" name="Google Shape;132;p20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3" name="Google Shape;133;p20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" name="Google Shape;134;p20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" name="Google Shape;135;p20"/>
          <p:cNvSpPr txBox="1"/>
          <p:nvPr>
            <p:ph idx="18" type="subTitle"/>
          </p:nvPr>
        </p:nvSpPr>
        <p:spPr>
          <a:xfrm>
            <a:off x="7383000" y="335357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6" name="Google Shape;136;p20"/>
          <p:cNvSpPr txBox="1"/>
          <p:nvPr>
            <p:ph idx="19" type="subTitle"/>
          </p:nvPr>
        </p:nvSpPr>
        <p:spPr>
          <a:xfrm>
            <a:off x="7383000" y="368821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20" type="subTitle"/>
          </p:nvPr>
        </p:nvSpPr>
        <p:spPr>
          <a:xfrm>
            <a:off x="7383000" y="402736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21" type="subTitle"/>
          </p:nvPr>
        </p:nvSpPr>
        <p:spPr>
          <a:xfrm>
            <a:off x="7383000" y="436652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22" type="subTitle"/>
          </p:nvPr>
        </p:nvSpPr>
        <p:spPr>
          <a:xfrm>
            <a:off x="5223450" y="335357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23" type="subTitle"/>
          </p:nvPr>
        </p:nvSpPr>
        <p:spPr>
          <a:xfrm>
            <a:off x="5223450" y="368821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24" type="subTitle"/>
          </p:nvPr>
        </p:nvSpPr>
        <p:spPr>
          <a:xfrm>
            <a:off x="5223450" y="4027363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25" type="subTitle"/>
          </p:nvPr>
        </p:nvSpPr>
        <p:spPr>
          <a:xfrm>
            <a:off x="5223450" y="4366525"/>
            <a:ext cx="15324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3" name="Google Shape;143;p20"/>
          <p:cNvSpPr txBox="1"/>
          <p:nvPr>
            <p:ph idx="26" type="body"/>
          </p:nvPr>
        </p:nvSpPr>
        <p:spPr>
          <a:xfrm>
            <a:off x="1285875" y="1826513"/>
            <a:ext cx="32898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27" type="body"/>
          </p:nvPr>
        </p:nvSpPr>
        <p:spPr>
          <a:xfrm>
            <a:off x="5223450" y="1826513"/>
            <a:ext cx="32898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2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1">
  <p:cSld name="BLANK_1_1_1_1_1_1_1_1_1_1">
    <p:bg>
      <p:bgPr>
        <a:solidFill>
          <a:schemeClr val="lt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521250" y="841675"/>
            <a:ext cx="1923300" cy="3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2" type="title"/>
          </p:nvPr>
        </p:nvSpPr>
        <p:spPr>
          <a:xfrm>
            <a:off x="2445150" y="841675"/>
            <a:ext cx="22332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idx="3" type="title"/>
          </p:nvPr>
        </p:nvSpPr>
        <p:spPr>
          <a:xfrm>
            <a:off x="4678600" y="841675"/>
            <a:ext cx="22332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4" type="title"/>
          </p:nvPr>
        </p:nvSpPr>
        <p:spPr>
          <a:xfrm>
            <a:off x="6912050" y="841675"/>
            <a:ext cx="22332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2444900" y="1411425"/>
            <a:ext cx="22332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21"/>
          <p:cNvSpPr txBox="1"/>
          <p:nvPr>
            <p:ph idx="5" type="body"/>
          </p:nvPr>
        </p:nvSpPr>
        <p:spPr>
          <a:xfrm>
            <a:off x="6913250" y="1411425"/>
            <a:ext cx="22332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21"/>
          <p:cNvSpPr txBox="1"/>
          <p:nvPr>
            <p:ph idx="6" type="title"/>
          </p:nvPr>
        </p:nvSpPr>
        <p:spPr>
          <a:xfrm>
            <a:off x="7583463" y="43484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3" name="Google Shape;153;p21"/>
          <p:cNvSpPr txBox="1"/>
          <p:nvPr>
            <p:ph idx="7" type="subTitle"/>
          </p:nvPr>
        </p:nvSpPr>
        <p:spPr>
          <a:xfrm>
            <a:off x="6912288" y="26788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4" name="Google Shape;154;p21"/>
          <p:cNvSpPr txBox="1"/>
          <p:nvPr>
            <p:ph idx="8" type="subTitle"/>
          </p:nvPr>
        </p:nvSpPr>
        <p:spPr>
          <a:xfrm>
            <a:off x="6912288" y="33483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5" name="Google Shape;155;p21"/>
          <p:cNvSpPr txBox="1"/>
          <p:nvPr>
            <p:ph idx="9" type="subTitle"/>
          </p:nvPr>
        </p:nvSpPr>
        <p:spPr>
          <a:xfrm>
            <a:off x="6912288" y="401602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6" name="Google Shape;156;p21"/>
          <p:cNvSpPr txBox="1"/>
          <p:nvPr>
            <p:ph idx="13" type="title"/>
          </p:nvPr>
        </p:nvSpPr>
        <p:spPr>
          <a:xfrm>
            <a:off x="7583463" y="3680400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7" name="Google Shape;157;p21"/>
          <p:cNvSpPr txBox="1"/>
          <p:nvPr>
            <p:ph idx="14" type="title"/>
          </p:nvPr>
        </p:nvSpPr>
        <p:spPr>
          <a:xfrm>
            <a:off x="7583463" y="30122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8" name="Google Shape;158;p21"/>
          <p:cNvSpPr txBox="1"/>
          <p:nvPr>
            <p:ph idx="15" type="title"/>
          </p:nvPr>
        </p:nvSpPr>
        <p:spPr>
          <a:xfrm>
            <a:off x="8535075" y="26771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9" name="Google Shape;159;p21"/>
          <p:cNvSpPr txBox="1"/>
          <p:nvPr>
            <p:ph idx="16" type="title"/>
          </p:nvPr>
        </p:nvSpPr>
        <p:spPr>
          <a:xfrm>
            <a:off x="8535075" y="3348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1"/>
          <p:cNvSpPr txBox="1"/>
          <p:nvPr>
            <p:ph idx="17" type="title"/>
          </p:nvPr>
        </p:nvSpPr>
        <p:spPr>
          <a:xfrm>
            <a:off x="8535075" y="4013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21"/>
          <p:cNvSpPr txBox="1"/>
          <p:nvPr>
            <p:ph idx="18" type="title"/>
          </p:nvPr>
        </p:nvSpPr>
        <p:spPr>
          <a:xfrm>
            <a:off x="5349963" y="43484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2" name="Google Shape;162;p21"/>
          <p:cNvSpPr txBox="1"/>
          <p:nvPr>
            <p:ph idx="19" type="subTitle"/>
          </p:nvPr>
        </p:nvSpPr>
        <p:spPr>
          <a:xfrm>
            <a:off x="4678788" y="26788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3" name="Google Shape;163;p21"/>
          <p:cNvSpPr txBox="1"/>
          <p:nvPr>
            <p:ph idx="20" type="subTitle"/>
          </p:nvPr>
        </p:nvSpPr>
        <p:spPr>
          <a:xfrm>
            <a:off x="4678788" y="33483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4" name="Google Shape;164;p21"/>
          <p:cNvSpPr txBox="1"/>
          <p:nvPr>
            <p:ph idx="21" type="subTitle"/>
          </p:nvPr>
        </p:nvSpPr>
        <p:spPr>
          <a:xfrm>
            <a:off x="4678788" y="401602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5" name="Google Shape;165;p21"/>
          <p:cNvSpPr txBox="1"/>
          <p:nvPr>
            <p:ph idx="22" type="title"/>
          </p:nvPr>
        </p:nvSpPr>
        <p:spPr>
          <a:xfrm>
            <a:off x="5349963" y="3680400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6" name="Google Shape;166;p21"/>
          <p:cNvSpPr txBox="1"/>
          <p:nvPr>
            <p:ph idx="23" type="title"/>
          </p:nvPr>
        </p:nvSpPr>
        <p:spPr>
          <a:xfrm>
            <a:off x="5349963" y="30122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24" type="title"/>
          </p:nvPr>
        </p:nvSpPr>
        <p:spPr>
          <a:xfrm>
            <a:off x="3112275" y="43484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25" type="subTitle"/>
          </p:nvPr>
        </p:nvSpPr>
        <p:spPr>
          <a:xfrm>
            <a:off x="2441100" y="26788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26" type="subTitle"/>
          </p:nvPr>
        </p:nvSpPr>
        <p:spPr>
          <a:xfrm>
            <a:off x="2441100" y="334837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27" type="subTitle"/>
          </p:nvPr>
        </p:nvSpPr>
        <p:spPr>
          <a:xfrm>
            <a:off x="2441100" y="4016025"/>
            <a:ext cx="1427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28" type="title"/>
          </p:nvPr>
        </p:nvSpPr>
        <p:spPr>
          <a:xfrm>
            <a:off x="3112275" y="3680400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72" name="Google Shape;172;p21"/>
          <p:cNvSpPr txBox="1"/>
          <p:nvPr/>
        </p:nvSpPr>
        <p:spPr>
          <a:xfrm>
            <a:off x="5762125" y="3346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00%</a:t>
            </a:r>
            <a:endParaRPr b="0" i="0" sz="1000" u="none" cap="none" strike="noStrike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73" name="Google Shape;173;p21"/>
          <p:cNvSpPr txBox="1"/>
          <p:nvPr>
            <p:ph idx="2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4" name="Google Shape;174;p21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5" name="Google Shape;175;p21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76" name="Google Shape;176;p2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21"/>
          <p:cNvSpPr txBox="1"/>
          <p:nvPr>
            <p:ph idx="32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79" name="Google Shape;179;p21"/>
          <p:cNvSpPr txBox="1"/>
          <p:nvPr>
            <p:ph idx="33" type="title"/>
          </p:nvPr>
        </p:nvSpPr>
        <p:spPr>
          <a:xfrm>
            <a:off x="3112275" y="301227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80" name="Google Shape;180;p21"/>
          <p:cNvSpPr txBox="1"/>
          <p:nvPr>
            <p:ph idx="34" type="title"/>
          </p:nvPr>
        </p:nvSpPr>
        <p:spPr>
          <a:xfrm>
            <a:off x="4067600" y="26771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1"/>
          <p:cNvSpPr txBox="1"/>
          <p:nvPr>
            <p:ph idx="35" type="title"/>
          </p:nvPr>
        </p:nvSpPr>
        <p:spPr>
          <a:xfrm>
            <a:off x="4067600" y="3348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1"/>
          <p:cNvSpPr txBox="1"/>
          <p:nvPr>
            <p:ph idx="36" type="title"/>
          </p:nvPr>
        </p:nvSpPr>
        <p:spPr>
          <a:xfrm>
            <a:off x="4067600" y="4013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1"/>
          <p:cNvSpPr txBox="1"/>
          <p:nvPr>
            <p:ph idx="37" type="title"/>
          </p:nvPr>
        </p:nvSpPr>
        <p:spPr>
          <a:xfrm>
            <a:off x="6301575" y="26771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4" name="Google Shape;184;p21"/>
          <p:cNvSpPr txBox="1"/>
          <p:nvPr>
            <p:ph idx="38" type="title"/>
          </p:nvPr>
        </p:nvSpPr>
        <p:spPr>
          <a:xfrm>
            <a:off x="6301575" y="3348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5" name="Google Shape;185;p21"/>
          <p:cNvSpPr txBox="1"/>
          <p:nvPr>
            <p:ph idx="39" type="title"/>
          </p:nvPr>
        </p:nvSpPr>
        <p:spPr>
          <a:xfrm>
            <a:off x="6301575" y="4013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2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1" name="Google Shape;191;p22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2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2"/>
          <p:cNvSpPr txBox="1"/>
          <p:nvPr>
            <p:ph idx="8" type="subTitle"/>
          </p:nvPr>
        </p:nvSpPr>
        <p:spPr>
          <a:xfrm>
            <a:off x="1042100" y="3515850"/>
            <a:ext cx="1910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9" type="title"/>
          </p:nvPr>
        </p:nvSpPr>
        <p:spPr>
          <a:xfrm>
            <a:off x="6771475" y="2897900"/>
            <a:ext cx="436200" cy="426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3" type="subTitle"/>
          </p:nvPr>
        </p:nvSpPr>
        <p:spPr>
          <a:xfrm>
            <a:off x="2951438" y="3515850"/>
            <a:ext cx="1910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98" name="Google Shape;198;p22"/>
          <p:cNvSpPr txBox="1"/>
          <p:nvPr>
            <p:ph idx="14" type="subTitle"/>
          </p:nvPr>
        </p:nvSpPr>
        <p:spPr>
          <a:xfrm>
            <a:off x="4862838" y="3515850"/>
            <a:ext cx="19107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99" name="Google Shape;199;p22"/>
          <p:cNvSpPr txBox="1"/>
          <p:nvPr>
            <p:ph idx="15" type="subTitle"/>
          </p:nvPr>
        </p:nvSpPr>
        <p:spPr>
          <a:xfrm>
            <a:off x="6774249" y="3515850"/>
            <a:ext cx="18489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slide">
  <p:cSld name="CUSTOM_8">
    <p:bg>
      <p:bgPr>
        <a:solidFill>
          <a:schemeClr val="lt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" name="Google Shape;201;p23"/>
          <p:cNvCxnSpPr/>
          <p:nvPr/>
        </p:nvCxnSpPr>
        <p:spPr>
          <a:xfrm rot="10800000">
            <a:off x="1040500" y="39034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23"/>
          <p:cNvSpPr txBox="1"/>
          <p:nvPr>
            <p:ph idx="1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03" name="Google Shape;203;p23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04" name="Google Shape;204;p23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05" name="Google Shape;205;p2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2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23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2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2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23"/>
          <p:cNvSpPr txBox="1"/>
          <p:nvPr>
            <p:ph idx="4" type="body"/>
          </p:nvPr>
        </p:nvSpPr>
        <p:spPr>
          <a:xfrm>
            <a:off x="1821800" y="3903425"/>
            <a:ext cx="41679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182875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11" name="Google Shape;211;p23"/>
          <p:cNvCxnSpPr/>
          <p:nvPr/>
        </p:nvCxnSpPr>
        <p:spPr>
          <a:xfrm rot="10800000">
            <a:off x="1040500" y="46831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23"/>
          <p:cNvSpPr/>
          <p:nvPr>
            <p:ph idx="5" type="pic"/>
          </p:nvPr>
        </p:nvSpPr>
        <p:spPr>
          <a:xfrm>
            <a:off x="1046150" y="3907375"/>
            <a:ext cx="771600" cy="7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23"/>
          <p:cNvSpPr txBox="1"/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Font typeface="Gowun Batang"/>
              <a:buNone/>
              <a:defRPr sz="5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1">
  <p:cSld name="BLANK_1_4">
    <p:bg>
      <p:bgPr>
        <a:solidFill>
          <a:schemeClr val="lt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>
            <p:ph idx="1" type="subTitle"/>
          </p:nvPr>
        </p:nvSpPr>
        <p:spPr>
          <a:xfrm>
            <a:off x="7876950" y="4432750"/>
            <a:ext cx="12678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2" type="subTitle"/>
          </p:nvPr>
        </p:nvSpPr>
        <p:spPr>
          <a:xfrm>
            <a:off x="6616523" y="4432750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3" type="subTitle"/>
          </p:nvPr>
        </p:nvSpPr>
        <p:spPr>
          <a:xfrm>
            <a:off x="5357423" y="4432750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4" type="subTitle"/>
          </p:nvPr>
        </p:nvSpPr>
        <p:spPr>
          <a:xfrm>
            <a:off x="4097348" y="4432750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5" type="subTitle"/>
          </p:nvPr>
        </p:nvSpPr>
        <p:spPr>
          <a:xfrm>
            <a:off x="2829250" y="4432750"/>
            <a:ext cx="1268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6" type="subTitle"/>
          </p:nvPr>
        </p:nvSpPr>
        <p:spPr>
          <a:xfrm>
            <a:off x="7876950" y="2287525"/>
            <a:ext cx="12678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7" type="subTitle"/>
          </p:nvPr>
        </p:nvSpPr>
        <p:spPr>
          <a:xfrm>
            <a:off x="6616523" y="2287525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8" type="subTitle"/>
          </p:nvPr>
        </p:nvSpPr>
        <p:spPr>
          <a:xfrm>
            <a:off x="5357423" y="2287525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9" type="subTitle"/>
          </p:nvPr>
        </p:nvSpPr>
        <p:spPr>
          <a:xfrm>
            <a:off x="4097348" y="2287525"/>
            <a:ext cx="1259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26" name="Google Shape;226;p24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27" name="Google Shape;227;p24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28" name="Google Shape;228;p24"/>
          <p:cNvSpPr txBox="1"/>
          <p:nvPr>
            <p:ph idx="1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229" name="Google Shape;229;p2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2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24"/>
          <p:cNvSpPr txBox="1"/>
          <p:nvPr>
            <p:ph idx="17" type="title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18" type="subTitle"/>
          </p:nvPr>
        </p:nvSpPr>
        <p:spPr>
          <a:xfrm>
            <a:off x="2829250" y="2287525"/>
            <a:ext cx="1268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33" name="Google Shape;233;p24"/>
          <p:cNvSpPr/>
          <p:nvPr>
            <p:ph idx="19" type="pic"/>
          </p:nvPr>
        </p:nvSpPr>
        <p:spPr>
          <a:xfrm>
            <a:off x="2833325" y="844900"/>
            <a:ext cx="1259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4"/>
          <p:cNvSpPr/>
          <p:nvPr>
            <p:ph idx="20" type="pic"/>
          </p:nvPr>
        </p:nvSpPr>
        <p:spPr>
          <a:xfrm>
            <a:off x="41020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1" type="pic"/>
          </p:nvPr>
        </p:nvSpPr>
        <p:spPr>
          <a:xfrm>
            <a:off x="536210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4"/>
          <p:cNvSpPr/>
          <p:nvPr>
            <p:ph idx="22" type="pic"/>
          </p:nvPr>
        </p:nvSpPr>
        <p:spPr>
          <a:xfrm>
            <a:off x="66221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24"/>
          <p:cNvSpPr/>
          <p:nvPr>
            <p:ph idx="23" type="pic"/>
          </p:nvPr>
        </p:nvSpPr>
        <p:spPr>
          <a:xfrm>
            <a:off x="7881550" y="844900"/>
            <a:ext cx="12624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4"/>
          <p:cNvSpPr/>
          <p:nvPr>
            <p:ph idx="24" type="pic"/>
          </p:nvPr>
        </p:nvSpPr>
        <p:spPr>
          <a:xfrm>
            <a:off x="2833325" y="2991250"/>
            <a:ext cx="1259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24"/>
          <p:cNvSpPr/>
          <p:nvPr>
            <p:ph idx="25" type="pic"/>
          </p:nvPr>
        </p:nvSpPr>
        <p:spPr>
          <a:xfrm>
            <a:off x="41020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26" type="pic"/>
          </p:nvPr>
        </p:nvSpPr>
        <p:spPr>
          <a:xfrm>
            <a:off x="536210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27" type="pic"/>
          </p:nvPr>
        </p:nvSpPr>
        <p:spPr>
          <a:xfrm>
            <a:off x="66221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28" type="pic"/>
          </p:nvPr>
        </p:nvSpPr>
        <p:spPr>
          <a:xfrm>
            <a:off x="7881550" y="2991250"/>
            <a:ext cx="1262400" cy="144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oY Revenew Growth - ALT 1">
  <p:cSld name="BLANK_1_1_1_1_1_1_1_1_2_1_1">
    <p:bg>
      <p:bgPr>
        <a:solidFill>
          <a:schemeClr val="lt2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245" name="Google Shape;245;p25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6" name="Google Shape;246;p25"/>
          <p:cNvSpPr/>
          <p:nvPr/>
        </p:nvSpPr>
        <p:spPr>
          <a:xfrm>
            <a:off x="802750" y="1006925"/>
            <a:ext cx="1974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2077650" y="1006925"/>
            <a:ext cx="197400" cy="19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248" name="Google Shape;248;p25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49" name="Google Shape;249;p25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50" name="Google Shape;250;p2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51" name="Google Shape;251;p25"/>
          <p:cNvSpPr txBox="1"/>
          <p:nvPr>
            <p:ph idx="4" type="body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5"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6" type="subTitle"/>
          </p:nvPr>
        </p:nvSpPr>
        <p:spPr>
          <a:xfrm>
            <a:off x="1000150" y="1006925"/>
            <a:ext cx="107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4" name="Google Shape;254;p25"/>
          <p:cNvSpPr txBox="1"/>
          <p:nvPr>
            <p:ph idx="7" type="subTitle"/>
          </p:nvPr>
        </p:nvSpPr>
        <p:spPr>
          <a:xfrm>
            <a:off x="2275050" y="1006925"/>
            <a:ext cx="107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5" name="Google Shape;255;p25"/>
          <p:cNvSpPr txBox="1"/>
          <p:nvPr>
            <p:ph idx="8" type="title"/>
          </p:nvPr>
        </p:nvSpPr>
        <p:spPr>
          <a:xfrm>
            <a:off x="772850" y="148207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6" name="Google Shape;256;p25"/>
          <p:cNvSpPr txBox="1"/>
          <p:nvPr>
            <p:ph idx="9" type="title"/>
          </p:nvPr>
        </p:nvSpPr>
        <p:spPr>
          <a:xfrm>
            <a:off x="772850" y="205872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7" name="Google Shape;257;p25"/>
          <p:cNvSpPr txBox="1"/>
          <p:nvPr>
            <p:ph idx="13" type="title"/>
          </p:nvPr>
        </p:nvSpPr>
        <p:spPr>
          <a:xfrm>
            <a:off x="772850" y="263537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8" name="Google Shape;258;p25"/>
          <p:cNvSpPr txBox="1"/>
          <p:nvPr>
            <p:ph idx="14" type="title"/>
          </p:nvPr>
        </p:nvSpPr>
        <p:spPr>
          <a:xfrm>
            <a:off x="772850" y="321202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9" name="Google Shape;259;p25"/>
          <p:cNvSpPr txBox="1"/>
          <p:nvPr>
            <p:ph idx="15" type="title"/>
          </p:nvPr>
        </p:nvSpPr>
        <p:spPr>
          <a:xfrm>
            <a:off x="772850" y="378867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0" name="Google Shape;260;p25"/>
          <p:cNvSpPr txBox="1"/>
          <p:nvPr>
            <p:ph idx="16" type="title"/>
          </p:nvPr>
        </p:nvSpPr>
        <p:spPr>
          <a:xfrm>
            <a:off x="772850" y="4365325"/>
            <a:ext cx="479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1" name="Google Shape;261;p25"/>
          <p:cNvSpPr txBox="1"/>
          <p:nvPr>
            <p:ph idx="17" type="subTitle"/>
          </p:nvPr>
        </p:nvSpPr>
        <p:spPr>
          <a:xfrm>
            <a:off x="1252425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62" name="Google Shape;262;p2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25"/>
          <p:cNvSpPr txBox="1"/>
          <p:nvPr>
            <p:ph idx="18" type="subTitle"/>
          </p:nvPr>
        </p:nvSpPr>
        <p:spPr>
          <a:xfrm>
            <a:off x="1927325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64" name="Google Shape;264;p25"/>
          <p:cNvSpPr txBox="1"/>
          <p:nvPr>
            <p:ph idx="19" type="subTitle"/>
          </p:nvPr>
        </p:nvSpPr>
        <p:spPr>
          <a:xfrm>
            <a:off x="2602225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65" name="Google Shape;265;p25"/>
          <p:cNvSpPr txBox="1"/>
          <p:nvPr>
            <p:ph idx="20" type="subTitle"/>
          </p:nvPr>
        </p:nvSpPr>
        <p:spPr>
          <a:xfrm>
            <a:off x="3297063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66" name="Google Shape;266;p25"/>
          <p:cNvSpPr txBox="1"/>
          <p:nvPr>
            <p:ph idx="21" type="subTitle"/>
          </p:nvPr>
        </p:nvSpPr>
        <p:spPr>
          <a:xfrm>
            <a:off x="4001838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67" name="Google Shape;267;p25"/>
          <p:cNvSpPr txBox="1"/>
          <p:nvPr>
            <p:ph idx="22" type="subTitle"/>
          </p:nvPr>
        </p:nvSpPr>
        <p:spPr>
          <a:xfrm>
            <a:off x="4711450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68" name="Google Shape;268;p25"/>
          <p:cNvSpPr txBox="1"/>
          <p:nvPr>
            <p:ph idx="23" type="subTitle"/>
          </p:nvPr>
        </p:nvSpPr>
        <p:spPr>
          <a:xfrm>
            <a:off x="5421113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69" name="Google Shape;269;p25"/>
          <p:cNvSpPr txBox="1"/>
          <p:nvPr>
            <p:ph idx="24" type="subTitle"/>
          </p:nvPr>
        </p:nvSpPr>
        <p:spPr>
          <a:xfrm>
            <a:off x="6130788" y="4721850"/>
            <a:ext cx="38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Highlights">
  <p:cSld name="BLANK_1_1_1_1_1_1_1_3_1">
    <p:bg>
      <p:bgPr>
        <a:solidFill>
          <a:schemeClr val="lt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idx="1" type="body"/>
          </p:nvPr>
        </p:nvSpPr>
        <p:spPr>
          <a:xfrm>
            <a:off x="5810300" y="1307625"/>
            <a:ext cx="2812500" cy="20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274300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2" name="Google Shape;272;p26"/>
          <p:cNvSpPr txBox="1"/>
          <p:nvPr>
            <p:ph type="title"/>
          </p:nvPr>
        </p:nvSpPr>
        <p:spPr>
          <a:xfrm>
            <a:off x="520900" y="1748175"/>
            <a:ext cx="23778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28600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273" name="Google Shape;273;p26"/>
          <p:cNvSpPr txBox="1"/>
          <p:nvPr>
            <p:ph idx="2" type="title"/>
          </p:nvPr>
        </p:nvSpPr>
        <p:spPr>
          <a:xfrm>
            <a:off x="520900" y="2674400"/>
            <a:ext cx="2377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2860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4" name="Google Shape;274;p26"/>
          <p:cNvSpPr txBox="1"/>
          <p:nvPr>
            <p:ph idx="3" type="subTitle"/>
          </p:nvPr>
        </p:nvSpPr>
        <p:spPr>
          <a:xfrm>
            <a:off x="520900" y="3009500"/>
            <a:ext cx="23778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5" name="Google Shape;275;p26"/>
          <p:cNvSpPr txBox="1"/>
          <p:nvPr>
            <p:ph idx="4" type="title"/>
          </p:nvPr>
        </p:nvSpPr>
        <p:spPr>
          <a:xfrm>
            <a:off x="520900" y="1388975"/>
            <a:ext cx="2377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2860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6" name="Google Shape;276;p26"/>
          <p:cNvSpPr txBox="1"/>
          <p:nvPr>
            <p:ph idx="5" type="title"/>
          </p:nvPr>
        </p:nvSpPr>
        <p:spPr>
          <a:xfrm>
            <a:off x="3167188" y="1748175"/>
            <a:ext cx="23778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28600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277" name="Google Shape;277;p26"/>
          <p:cNvSpPr txBox="1"/>
          <p:nvPr>
            <p:ph idx="6" type="title"/>
          </p:nvPr>
        </p:nvSpPr>
        <p:spPr>
          <a:xfrm>
            <a:off x="3167188" y="2674400"/>
            <a:ext cx="2377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2860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8" name="Google Shape;278;p26"/>
          <p:cNvSpPr txBox="1"/>
          <p:nvPr>
            <p:ph idx="7" type="subTitle"/>
          </p:nvPr>
        </p:nvSpPr>
        <p:spPr>
          <a:xfrm>
            <a:off x="3167188" y="3009500"/>
            <a:ext cx="23778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9" name="Google Shape;279;p26"/>
          <p:cNvSpPr txBox="1"/>
          <p:nvPr>
            <p:ph idx="8" type="title"/>
          </p:nvPr>
        </p:nvSpPr>
        <p:spPr>
          <a:xfrm>
            <a:off x="3167188" y="1388975"/>
            <a:ext cx="2377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2860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80" name="Google Shape;280;p26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81" name="Google Shape;281;p26"/>
          <p:cNvSpPr txBox="1"/>
          <p:nvPr>
            <p:ph idx="13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82" name="Google Shape;282;p26"/>
          <p:cNvSpPr txBox="1"/>
          <p:nvPr>
            <p:ph idx="14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283" name="Google Shape;283;p2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2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2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2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26"/>
          <p:cNvSpPr txBox="1"/>
          <p:nvPr>
            <p:ph idx="1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88" name="Google Shape;288;p26"/>
          <p:cNvSpPr txBox="1"/>
          <p:nvPr>
            <p:ph idx="1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89" name="Google Shape;289;p26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26"/>
          <p:cNvSpPr txBox="1"/>
          <p:nvPr>
            <p:ph idx="17" type="title"/>
          </p:nvPr>
        </p:nvSpPr>
        <p:spPr>
          <a:xfrm>
            <a:off x="520900" y="3466625"/>
            <a:ext cx="18486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8" type="subTitle"/>
          </p:nvPr>
        </p:nvSpPr>
        <p:spPr>
          <a:xfrm>
            <a:off x="524135" y="4213926"/>
            <a:ext cx="18486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6"/>
          <p:cNvSpPr txBox="1"/>
          <p:nvPr>
            <p:ph idx="19" type="title"/>
          </p:nvPr>
        </p:nvSpPr>
        <p:spPr>
          <a:xfrm>
            <a:off x="520900" y="3745642"/>
            <a:ext cx="184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3" name="Google Shape;293;p26"/>
          <p:cNvSpPr txBox="1"/>
          <p:nvPr>
            <p:ph idx="20" type="subTitle"/>
          </p:nvPr>
        </p:nvSpPr>
        <p:spPr>
          <a:xfrm>
            <a:off x="2374473" y="4213926"/>
            <a:ext cx="18486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4" name="Google Shape;294;p26"/>
          <p:cNvSpPr txBox="1"/>
          <p:nvPr>
            <p:ph idx="21" type="title"/>
          </p:nvPr>
        </p:nvSpPr>
        <p:spPr>
          <a:xfrm>
            <a:off x="2371238" y="3745642"/>
            <a:ext cx="184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5" name="Google Shape;295;p26"/>
          <p:cNvSpPr txBox="1"/>
          <p:nvPr>
            <p:ph idx="22" type="subTitle"/>
          </p:nvPr>
        </p:nvSpPr>
        <p:spPr>
          <a:xfrm>
            <a:off x="4225138" y="4213928"/>
            <a:ext cx="17646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26"/>
          <p:cNvSpPr txBox="1"/>
          <p:nvPr>
            <p:ph idx="23" type="title"/>
          </p:nvPr>
        </p:nvSpPr>
        <p:spPr>
          <a:xfrm>
            <a:off x="4222050" y="3745650"/>
            <a:ext cx="1764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7" name="Google Shape;297;p26"/>
          <p:cNvSpPr txBox="1"/>
          <p:nvPr>
            <p:ph idx="24" type="subTitle"/>
          </p:nvPr>
        </p:nvSpPr>
        <p:spPr>
          <a:xfrm>
            <a:off x="6772301" y="4214250"/>
            <a:ext cx="18486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8" name="Google Shape;298;p26"/>
          <p:cNvSpPr txBox="1"/>
          <p:nvPr>
            <p:ph idx="25" type="title"/>
          </p:nvPr>
        </p:nvSpPr>
        <p:spPr>
          <a:xfrm>
            <a:off x="6772300" y="3745650"/>
            <a:ext cx="184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owun Batang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deadline">
  <p:cSld name="BLANK_1_1_1_1_1_1_1_2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01" name="Google Shape;301;p27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302" name="Google Shape;302;p2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2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27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05" name="Google Shape;305;p2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06" name="Google Shape;306;p27"/>
          <p:cNvSpPr txBox="1"/>
          <p:nvPr>
            <p:ph idx="4" type="body"/>
          </p:nvPr>
        </p:nvSpPr>
        <p:spPr>
          <a:xfrm>
            <a:off x="1285875" y="1558900"/>
            <a:ext cx="2803800" cy="24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7" name="Google Shape;307;p27"/>
          <p:cNvSpPr txBox="1"/>
          <p:nvPr>
            <p:ph idx="5" type="subTitle"/>
          </p:nvPr>
        </p:nvSpPr>
        <p:spPr>
          <a:xfrm>
            <a:off x="5196350" y="1462025"/>
            <a:ext cx="2307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8" name="Google Shape;308;p27"/>
          <p:cNvSpPr txBox="1"/>
          <p:nvPr>
            <p:ph idx="6" type="subTitle"/>
          </p:nvPr>
        </p:nvSpPr>
        <p:spPr>
          <a:xfrm>
            <a:off x="5196350" y="1991175"/>
            <a:ext cx="1109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09" name="Google Shape;309;p27"/>
          <p:cNvSpPr txBox="1"/>
          <p:nvPr>
            <p:ph idx="7" type="subTitle"/>
          </p:nvPr>
        </p:nvSpPr>
        <p:spPr>
          <a:xfrm>
            <a:off x="5196350" y="2700175"/>
            <a:ext cx="1109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10" name="Google Shape;310;p27"/>
          <p:cNvSpPr txBox="1"/>
          <p:nvPr>
            <p:ph idx="8" type="subTitle"/>
          </p:nvPr>
        </p:nvSpPr>
        <p:spPr>
          <a:xfrm>
            <a:off x="5196350" y="3520225"/>
            <a:ext cx="1109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27"/>
          <p:cNvSpPr txBox="1"/>
          <p:nvPr>
            <p:ph idx="9" type="subTitle"/>
          </p:nvPr>
        </p:nvSpPr>
        <p:spPr>
          <a:xfrm>
            <a:off x="5196350" y="4264075"/>
            <a:ext cx="11097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12" name="Google Shape;312;p27"/>
          <p:cNvSpPr txBox="1"/>
          <p:nvPr>
            <p:ph idx="13" type="body"/>
          </p:nvPr>
        </p:nvSpPr>
        <p:spPr>
          <a:xfrm>
            <a:off x="6165050" y="1845825"/>
            <a:ext cx="2642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3" name="Google Shape;313;p27"/>
          <p:cNvSpPr txBox="1"/>
          <p:nvPr>
            <p:ph idx="14" type="body"/>
          </p:nvPr>
        </p:nvSpPr>
        <p:spPr>
          <a:xfrm>
            <a:off x="6165050" y="2631025"/>
            <a:ext cx="2642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4" name="Google Shape;314;p27"/>
          <p:cNvSpPr txBox="1"/>
          <p:nvPr>
            <p:ph idx="15" type="body"/>
          </p:nvPr>
        </p:nvSpPr>
        <p:spPr>
          <a:xfrm>
            <a:off x="6165050" y="3374875"/>
            <a:ext cx="2642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5" name="Google Shape;315;p27"/>
          <p:cNvSpPr txBox="1"/>
          <p:nvPr>
            <p:ph idx="16" type="body"/>
          </p:nvPr>
        </p:nvSpPr>
        <p:spPr>
          <a:xfrm>
            <a:off x="6165050" y="4118725"/>
            <a:ext cx="2642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6" name="Google Shape;316;p27"/>
          <p:cNvSpPr txBox="1"/>
          <p:nvPr>
            <p:ph idx="17" type="subTitle"/>
          </p:nvPr>
        </p:nvSpPr>
        <p:spPr>
          <a:xfrm>
            <a:off x="1356350" y="4384150"/>
            <a:ext cx="24132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i="1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7" name="Google Shape;317;p27"/>
          <p:cNvSpPr txBox="1"/>
          <p:nvPr>
            <p:ph idx="18" type="subTitle"/>
          </p:nvPr>
        </p:nvSpPr>
        <p:spPr>
          <a:xfrm>
            <a:off x="1042428" y="338324"/>
            <a:ext cx="5186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">
  <p:cSld name="BLANK_1_1_1_1_1_1_1_2_3">
    <p:bg>
      <p:bgPr>
        <a:solidFill>
          <a:schemeClr val="lt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28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320" name="Google Shape;320;p2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1" name="Google Shape;321;p2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2" name="Google Shape;322;p2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23" name="Google Shape;323;p28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24" name="Google Shape;324;p2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28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2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2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28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2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28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bg>
      <p:bgPr>
        <a:solidFill>
          <a:schemeClr val="lt2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33" name="Google Shape;333;p29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4" name="Google Shape;334;p29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5" name="Google Shape;335;p29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36" name="Google Shape;336;p2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2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29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 2">
  <p:cSld name="BLANK_1_2">
    <p:bg>
      <p:bgPr>
        <a:solidFill>
          <a:schemeClr val="dk2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3" name="Google Shape;343;p3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44" name="Google Shape;344;p3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3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3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3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3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">
  <p:cSld name="BLANK_1_1_1_1_1_1_1_1_2">
    <p:bg>
      <p:bgPr>
        <a:solidFill>
          <a:schemeClr val="lt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351" name="Google Shape;351;p31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2" name="Google Shape;352;p31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3" name="Google Shape;353;p31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54" name="Google Shape;354;p3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3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31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3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31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59" name="Google Shape;359;p31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360" name="Google Shape;360;p31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61" name="Google Shape;361;p31"/>
          <p:cNvSpPr txBox="1"/>
          <p:nvPr>
            <p:ph idx="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Growth">
  <p:cSld name="CUSTOM_4">
    <p:bg>
      <p:bgPr>
        <a:solidFill>
          <a:schemeClr val="lt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>
            <p:ph idx="1" type="body"/>
          </p:nvPr>
        </p:nvSpPr>
        <p:spPr>
          <a:xfrm>
            <a:off x="6270725" y="3025600"/>
            <a:ext cx="2874600" cy="14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64" name="Google Shape;364;p32"/>
          <p:cNvSpPr txBox="1"/>
          <p:nvPr>
            <p:ph idx="2" type="body"/>
          </p:nvPr>
        </p:nvSpPr>
        <p:spPr>
          <a:xfrm>
            <a:off x="3403050" y="2668875"/>
            <a:ext cx="28680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65" name="Google Shape;365;p32"/>
          <p:cNvSpPr txBox="1"/>
          <p:nvPr>
            <p:ph idx="3" type="body"/>
          </p:nvPr>
        </p:nvSpPr>
        <p:spPr>
          <a:xfrm>
            <a:off x="521250" y="3426700"/>
            <a:ext cx="28803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6" name="Google Shape;366;p3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67" name="Google Shape;367;p32"/>
          <p:cNvCxnSpPr/>
          <p:nvPr/>
        </p:nvCxnSpPr>
        <p:spPr>
          <a:xfrm>
            <a:off x="3401654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32"/>
          <p:cNvCxnSpPr/>
          <p:nvPr/>
        </p:nvCxnSpPr>
        <p:spPr>
          <a:xfrm>
            <a:off x="6271043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32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70" name="Google Shape;370;p32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71" name="Google Shape;371;p32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72" name="Google Shape;372;p3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3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3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3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3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32"/>
          <p:cNvSpPr txBox="1"/>
          <p:nvPr>
            <p:ph idx="7" type="title"/>
          </p:nvPr>
        </p:nvSpPr>
        <p:spPr>
          <a:xfrm>
            <a:off x="521250" y="2093850"/>
            <a:ext cx="28785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91425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78" name="Google Shape;378;p32"/>
          <p:cNvSpPr txBox="1"/>
          <p:nvPr>
            <p:ph idx="8" type="subTitle"/>
          </p:nvPr>
        </p:nvSpPr>
        <p:spPr>
          <a:xfrm>
            <a:off x="521250" y="2976675"/>
            <a:ext cx="28803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79" name="Google Shape;379;p32"/>
          <p:cNvSpPr txBox="1"/>
          <p:nvPr>
            <p:ph idx="9" type="title"/>
          </p:nvPr>
        </p:nvSpPr>
        <p:spPr>
          <a:xfrm>
            <a:off x="3400925" y="1336050"/>
            <a:ext cx="28680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91425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80" name="Google Shape;380;p32"/>
          <p:cNvSpPr txBox="1"/>
          <p:nvPr>
            <p:ph idx="13" type="subTitle"/>
          </p:nvPr>
        </p:nvSpPr>
        <p:spPr>
          <a:xfrm>
            <a:off x="3400925" y="2218875"/>
            <a:ext cx="28698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81" name="Google Shape;381;p32"/>
          <p:cNvSpPr txBox="1"/>
          <p:nvPr>
            <p:ph idx="14" type="title"/>
          </p:nvPr>
        </p:nvSpPr>
        <p:spPr>
          <a:xfrm>
            <a:off x="6271375" y="1172250"/>
            <a:ext cx="28728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182875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82" name="Google Shape;382;p32"/>
          <p:cNvSpPr txBox="1"/>
          <p:nvPr>
            <p:ph idx="15" type="subTitle"/>
          </p:nvPr>
        </p:nvSpPr>
        <p:spPr>
          <a:xfrm>
            <a:off x="6271375" y="2021749"/>
            <a:ext cx="2874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83" name="Google Shape;383;p32"/>
          <p:cNvSpPr txBox="1"/>
          <p:nvPr>
            <p:ph idx="16" type="subTitle"/>
          </p:nvPr>
        </p:nvSpPr>
        <p:spPr>
          <a:xfrm>
            <a:off x="6271125" y="2455800"/>
            <a:ext cx="2874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4" name="Google Shape;384;p32"/>
          <p:cNvSpPr txBox="1"/>
          <p:nvPr>
            <p:ph idx="17" type="subTitle"/>
          </p:nvPr>
        </p:nvSpPr>
        <p:spPr>
          <a:xfrm>
            <a:off x="6271125" y="2840775"/>
            <a:ext cx="287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18" type="title"/>
          </p:nvPr>
        </p:nvSpPr>
        <p:spPr>
          <a:xfrm>
            <a:off x="6271375" y="4552825"/>
            <a:ext cx="2872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6" name="Google Shape;386;p32"/>
          <p:cNvSpPr txBox="1"/>
          <p:nvPr>
            <p:ph idx="19" type="title"/>
          </p:nvPr>
        </p:nvSpPr>
        <p:spPr>
          <a:xfrm>
            <a:off x="3401750" y="4552825"/>
            <a:ext cx="28680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7" name="Google Shape;387;p32"/>
          <p:cNvSpPr txBox="1"/>
          <p:nvPr>
            <p:ph idx="20" type="title"/>
          </p:nvPr>
        </p:nvSpPr>
        <p:spPr>
          <a:xfrm>
            <a:off x="521625" y="4552825"/>
            <a:ext cx="2878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riorities">
  <p:cSld name="CUSTOM_5">
    <p:bg>
      <p:bgPr>
        <a:solidFill>
          <a:schemeClr val="lt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/>
          <p:nvPr>
            <p:ph idx="1" type="body"/>
          </p:nvPr>
        </p:nvSpPr>
        <p:spPr>
          <a:xfrm>
            <a:off x="1043525" y="2532675"/>
            <a:ext cx="1958400" cy="10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390" name="Google Shape;390;p33"/>
          <p:cNvCxnSpPr/>
          <p:nvPr/>
        </p:nvCxnSpPr>
        <p:spPr>
          <a:xfrm>
            <a:off x="8622700" y="334950"/>
            <a:ext cx="0" cy="4805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33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2" name="Google Shape;392;p33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3" name="Google Shape;393;p33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94" name="Google Shape;394;p3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3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3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33"/>
          <p:cNvSpPr txBox="1"/>
          <p:nvPr>
            <p:ph type="title"/>
          </p:nvPr>
        </p:nvSpPr>
        <p:spPr>
          <a:xfrm>
            <a:off x="3003325" y="61520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8" name="Google Shape;398;p33"/>
          <p:cNvSpPr txBox="1"/>
          <p:nvPr>
            <p:ph idx="5" type="title"/>
          </p:nvPr>
        </p:nvSpPr>
        <p:spPr>
          <a:xfrm>
            <a:off x="3003325" y="96195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9" name="Google Shape;399;p33"/>
          <p:cNvSpPr txBox="1"/>
          <p:nvPr>
            <p:ph idx="6" type="title"/>
          </p:nvPr>
        </p:nvSpPr>
        <p:spPr>
          <a:xfrm>
            <a:off x="3003325" y="131080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00" name="Google Shape;400;p33"/>
          <p:cNvSpPr txBox="1"/>
          <p:nvPr>
            <p:ph idx="7" type="title"/>
          </p:nvPr>
        </p:nvSpPr>
        <p:spPr>
          <a:xfrm>
            <a:off x="3003325" y="382075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01" name="Google Shape;401;p33"/>
          <p:cNvSpPr txBox="1"/>
          <p:nvPr>
            <p:ph idx="8" type="title"/>
          </p:nvPr>
        </p:nvSpPr>
        <p:spPr>
          <a:xfrm>
            <a:off x="3003325" y="416750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02" name="Google Shape;402;p33"/>
          <p:cNvSpPr txBox="1"/>
          <p:nvPr>
            <p:ph idx="9" type="title"/>
          </p:nvPr>
        </p:nvSpPr>
        <p:spPr>
          <a:xfrm>
            <a:off x="3003325" y="4516350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03" name="Google Shape;403;p33"/>
          <p:cNvSpPr txBox="1"/>
          <p:nvPr>
            <p:ph idx="13" type="title"/>
          </p:nvPr>
        </p:nvSpPr>
        <p:spPr>
          <a:xfrm>
            <a:off x="3003325" y="2226263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04" name="Google Shape;404;p33"/>
          <p:cNvSpPr txBox="1"/>
          <p:nvPr>
            <p:ph idx="14" type="title"/>
          </p:nvPr>
        </p:nvSpPr>
        <p:spPr>
          <a:xfrm>
            <a:off x="3003325" y="2573013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05" name="Google Shape;405;p33"/>
          <p:cNvSpPr txBox="1"/>
          <p:nvPr>
            <p:ph idx="15" type="title"/>
          </p:nvPr>
        </p:nvSpPr>
        <p:spPr>
          <a:xfrm>
            <a:off x="3003325" y="2921863"/>
            <a:ext cx="26673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06" name="Google Shape;406;p33"/>
          <p:cNvSpPr txBox="1"/>
          <p:nvPr>
            <p:ph idx="16" type="subTitle"/>
          </p:nvPr>
        </p:nvSpPr>
        <p:spPr>
          <a:xfrm>
            <a:off x="5824413" y="613050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7" name="Google Shape;407;p33"/>
          <p:cNvSpPr txBox="1"/>
          <p:nvPr>
            <p:ph idx="17" type="subTitle"/>
          </p:nvPr>
        </p:nvSpPr>
        <p:spPr>
          <a:xfrm>
            <a:off x="5824413" y="961950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33"/>
          <p:cNvSpPr txBox="1"/>
          <p:nvPr>
            <p:ph idx="18" type="subTitle"/>
          </p:nvPr>
        </p:nvSpPr>
        <p:spPr>
          <a:xfrm>
            <a:off x="5824413" y="1310775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33"/>
          <p:cNvSpPr txBox="1"/>
          <p:nvPr>
            <p:ph idx="19" type="subTitle"/>
          </p:nvPr>
        </p:nvSpPr>
        <p:spPr>
          <a:xfrm>
            <a:off x="5824413" y="2225213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0" name="Google Shape;410;p33"/>
          <p:cNvSpPr txBox="1"/>
          <p:nvPr>
            <p:ph idx="20" type="subTitle"/>
          </p:nvPr>
        </p:nvSpPr>
        <p:spPr>
          <a:xfrm>
            <a:off x="5824413" y="2574113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1" name="Google Shape;411;p33"/>
          <p:cNvSpPr txBox="1"/>
          <p:nvPr>
            <p:ph idx="21" type="subTitle"/>
          </p:nvPr>
        </p:nvSpPr>
        <p:spPr>
          <a:xfrm>
            <a:off x="5824413" y="2922938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2" name="Google Shape;412;p33"/>
          <p:cNvSpPr txBox="1"/>
          <p:nvPr>
            <p:ph idx="22" type="subTitle"/>
          </p:nvPr>
        </p:nvSpPr>
        <p:spPr>
          <a:xfrm>
            <a:off x="5824413" y="3818625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3" name="Google Shape;413;p33"/>
          <p:cNvSpPr txBox="1"/>
          <p:nvPr>
            <p:ph idx="23" type="subTitle"/>
          </p:nvPr>
        </p:nvSpPr>
        <p:spPr>
          <a:xfrm>
            <a:off x="5824413" y="4167525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4" name="Google Shape;414;p33"/>
          <p:cNvSpPr txBox="1"/>
          <p:nvPr>
            <p:ph idx="24" type="subTitle"/>
          </p:nvPr>
        </p:nvSpPr>
        <p:spPr>
          <a:xfrm>
            <a:off x="5824413" y="4516350"/>
            <a:ext cx="26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5" name="Google Shape;415;p33"/>
          <p:cNvSpPr txBox="1"/>
          <p:nvPr>
            <p:ph idx="25" type="title"/>
          </p:nvPr>
        </p:nvSpPr>
        <p:spPr>
          <a:xfrm>
            <a:off x="1045225" y="3545525"/>
            <a:ext cx="195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16" name="Google Shape;416;p33"/>
          <p:cNvSpPr txBox="1"/>
          <p:nvPr>
            <p:ph idx="26" type="body"/>
          </p:nvPr>
        </p:nvSpPr>
        <p:spPr>
          <a:xfrm>
            <a:off x="1043525" y="4174000"/>
            <a:ext cx="19584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17" name="Google Shape;417;p33"/>
          <p:cNvSpPr txBox="1"/>
          <p:nvPr>
            <p:ph idx="27" type="title"/>
          </p:nvPr>
        </p:nvSpPr>
        <p:spPr>
          <a:xfrm>
            <a:off x="1045225" y="350525"/>
            <a:ext cx="195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18" name="Google Shape;418;p33"/>
          <p:cNvSpPr txBox="1"/>
          <p:nvPr>
            <p:ph idx="28" type="title"/>
          </p:nvPr>
        </p:nvSpPr>
        <p:spPr>
          <a:xfrm>
            <a:off x="1045225" y="1945600"/>
            <a:ext cx="195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19" name="Google Shape;419;p33"/>
          <p:cNvSpPr txBox="1"/>
          <p:nvPr>
            <p:ph idx="29" type="body"/>
          </p:nvPr>
        </p:nvSpPr>
        <p:spPr>
          <a:xfrm>
            <a:off x="1043513" y="962025"/>
            <a:ext cx="19584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olutions">
  <p:cSld name="CUSTOM_6">
    <p:bg>
      <p:bgPr>
        <a:solidFill>
          <a:schemeClr val="lt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4"/>
          <p:cNvSpPr txBox="1"/>
          <p:nvPr>
            <p:ph type="title"/>
          </p:nvPr>
        </p:nvSpPr>
        <p:spPr>
          <a:xfrm>
            <a:off x="5481500" y="3864550"/>
            <a:ext cx="4983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SemiBold"/>
              <a:buChar char="●"/>
              <a:defRPr sz="1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2" name="Google Shape;422;p34"/>
          <p:cNvSpPr txBox="1"/>
          <p:nvPr>
            <p:ph idx="2" type="title"/>
          </p:nvPr>
        </p:nvSpPr>
        <p:spPr>
          <a:xfrm>
            <a:off x="5481500" y="1309125"/>
            <a:ext cx="498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3" name="Google Shape;423;p34"/>
          <p:cNvSpPr txBox="1"/>
          <p:nvPr>
            <p:ph idx="3" type="title"/>
          </p:nvPr>
        </p:nvSpPr>
        <p:spPr>
          <a:xfrm>
            <a:off x="5481500" y="3224825"/>
            <a:ext cx="498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4" name="Google Shape;424;p34"/>
          <p:cNvSpPr txBox="1"/>
          <p:nvPr>
            <p:ph idx="4" type="title"/>
          </p:nvPr>
        </p:nvSpPr>
        <p:spPr>
          <a:xfrm>
            <a:off x="5481500" y="2596100"/>
            <a:ext cx="498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5" name="Google Shape;425;p34"/>
          <p:cNvSpPr txBox="1"/>
          <p:nvPr>
            <p:ph idx="5" type="title"/>
          </p:nvPr>
        </p:nvSpPr>
        <p:spPr>
          <a:xfrm>
            <a:off x="5481500" y="1949300"/>
            <a:ext cx="4983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6" name="Google Shape;426;p34"/>
          <p:cNvSpPr txBox="1"/>
          <p:nvPr>
            <p:ph idx="6" type="title"/>
          </p:nvPr>
        </p:nvSpPr>
        <p:spPr>
          <a:xfrm>
            <a:off x="5481475" y="4504275"/>
            <a:ext cx="4983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7" name="Google Shape;427;p34"/>
          <p:cNvSpPr txBox="1"/>
          <p:nvPr>
            <p:ph idx="1" type="body"/>
          </p:nvPr>
        </p:nvSpPr>
        <p:spPr>
          <a:xfrm>
            <a:off x="2187950" y="1307550"/>
            <a:ext cx="31812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28" name="Google Shape;428;p34"/>
          <p:cNvSpPr txBox="1"/>
          <p:nvPr>
            <p:ph idx="7" type="body"/>
          </p:nvPr>
        </p:nvSpPr>
        <p:spPr>
          <a:xfrm>
            <a:off x="2187950" y="3864550"/>
            <a:ext cx="31812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29" name="Google Shape;429;p34"/>
          <p:cNvSpPr txBox="1"/>
          <p:nvPr>
            <p:ph idx="8" type="body"/>
          </p:nvPr>
        </p:nvSpPr>
        <p:spPr>
          <a:xfrm>
            <a:off x="2187950" y="2596100"/>
            <a:ext cx="31812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430" name="Google Shape;430;p34"/>
          <p:cNvCxnSpPr/>
          <p:nvPr/>
        </p:nvCxnSpPr>
        <p:spPr>
          <a:xfrm rot="10800000">
            <a:off x="520175" y="1307575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34"/>
          <p:cNvSpPr txBox="1"/>
          <p:nvPr>
            <p:ph idx="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32" name="Google Shape;432;p34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33" name="Google Shape;433;p34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434" name="Google Shape;434;p3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3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3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p34"/>
          <p:cNvSpPr txBox="1"/>
          <p:nvPr>
            <p:ph idx="15" type="title"/>
          </p:nvPr>
        </p:nvSpPr>
        <p:spPr>
          <a:xfrm flipH="1">
            <a:off x="521275" y="347825"/>
            <a:ext cx="62526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38" name="Google Shape;438;p34"/>
          <p:cNvSpPr txBox="1"/>
          <p:nvPr>
            <p:ph idx="16" type="title"/>
          </p:nvPr>
        </p:nvSpPr>
        <p:spPr>
          <a:xfrm>
            <a:off x="521275" y="1307500"/>
            <a:ext cx="16665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9" name="Google Shape;439;p34"/>
          <p:cNvSpPr txBox="1"/>
          <p:nvPr>
            <p:ph idx="17" type="title"/>
          </p:nvPr>
        </p:nvSpPr>
        <p:spPr>
          <a:xfrm>
            <a:off x="521275" y="2595800"/>
            <a:ext cx="16665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0" name="Google Shape;440;p34"/>
          <p:cNvSpPr txBox="1"/>
          <p:nvPr>
            <p:ph idx="18" type="title"/>
          </p:nvPr>
        </p:nvSpPr>
        <p:spPr>
          <a:xfrm>
            <a:off x="521275" y="3866800"/>
            <a:ext cx="1666500" cy="12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1" name="Google Shape;441;p34"/>
          <p:cNvSpPr txBox="1"/>
          <p:nvPr>
            <p:ph idx="19" type="subTitle"/>
          </p:nvPr>
        </p:nvSpPr>
        <p:spPr>
          <a:xfrm>
            <a:off x="6092100" y="1950763"/>
            <a:ext cx="2942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42" name="Google Shape;442;p34"/>
          <p:cNvSpPr txBox="1"/>
          <p:nvPr>
            <p:ph idx="20" type="subTitle"/>
          </p:nvPr>
        </p:nvSpPr>
        <p:spPr>
          <a:xfrm>
            <a:off x="6092100" y="2595825"/>
            <a:ext cx="29421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43" name="Google Shape;443;p34"/>
          <p:cNvSpPr txBox="1"/>
          <p:nvPr>
            <p:ph idx="21" type="subTitle"/>
          </p:nvPr>
        </p:nvSpPr>
        <p:spPr>
          <a:xfrm>
            <a:off x="6092100" y="3225925"/>
            <a:ext cx="29421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44" name="Google Shape;444;p34"/>
          <p:cNvSpPr txBox="1"/>
          <p:nvPr>
            <p:ph idx="22" type="subTitle"/>
          </p:nvPr>
        </p:nvSpPr>
        <p:spPr>
          <a:xfrm>
            <a:off x="6092100" y="3863525"/>
            <a:ext cx="29421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45" name="Google Shape;445;p34"/>
          <p:cNvSpPr txBox="1"/>
          <p:nvPr>
            <p:ph idx="23" type="subTitle"/>
          </p:nvPr>
        </p:nvSpPr>
        <p:spPr>
          <a:xfrm>
            <a:off x="6092100" y="4498790"/>
            <a:ext cx="2942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46" name="Google Shape;446;p34"/>
          <p:cNvSpPr txBox="1"/>
          <p:nvPr>
            <p:ph idx="24" type="subTitle"/>
          </p:nvPr>
        </p:nvSpPr>
        <p:spPr>
          <a:xfrm>
            <a:off x="6092100" y="1305550"/>
            <a:ext cx="2942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">
  <p:cSld name="CUSTOM_7">
    <p:bg>
      <p:bgPr>
        <a:solidFill>
          <a:schemeClr val="lt2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5"/>
          <p:cNvSpPr txBox="1"/>
          <p:nvPr>
            <p:ph idx="1" type="body"/>
          </p:nvPr>
        </p:nvSpPr>
        <p:spPr>
          <a:xfrm>
            <a:off x="523425" y="3593825"/>
            <a:ext cx="17844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9" name="Google Shape;449;p35"/>
          <p:cNvSpPr txBox="1"/>
          <p:nvPr>
            <p:ph type="title"/>
          </p:nvPr>
        </p:nvSpPr>
        <p:spPr>
          <a:xfrm>
            <a:off x="521250" y="3244950"/>
            <a:ext cx="1786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50" name="Google Shape;450;p35"/>
          <p:cNvSpPr txBox="1"/>
          <p:nvPr>
            <p:ph idx="2" type="body"/>
          </p:nvPr>
        </p:nvSpPr>
        <p:spPr>
          <a:xfrm>
            <a:off x="2679589" y="3593825"/>
            <a:ext cx="197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1" name="Google Shape;451;p35"/>
          <p:cNvSpPr txBox="1"/>
          <p:nvPr>
            <p:ph idx="3" type="title"/>
          </p:nvPr>
        </p:nvSpPr>
        <p:spPr>
          <a:xfrm>
            <a:off x="2677176" y="3244950"/>
            <a:ext cx="1981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52" name="Google Shape;452;p35"/>
          <p:cNvSpPr txBox="1"/>
          <p:nvPr>
            <p:ph idx="4" type="body"/>
          </p:nvPr>
        </p:nvSpPr>
        <p:spPr>
          <a:xfrm>
            <a:off x="4834747" y="3593825"/>
            <a:ext cx="17823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3" name="Google Shape;453;p35"/>
          <p:cNvSpPr txBox="1"/>
          <p:nvPr>
            <p:ph idx="5" type="title"/>
          </p:nvPr>
        </p:nvSpPr>
        <p:spPr>
          <a:xfrm>
            <a:off x="4832575" y="3244950"/>
            <a:ext cx="17844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54" name="Google Shape;454;p35"/>
          <p:cNvSpPr txBox="1"/>
          <p:nvPr>
            <p:ph idx="6" type="body"/>
          </p:nvPr>
        </p:nvSpPr>
        <p:spPr>
          <a:xfrm>
            <a:off x="6991393" y="3593825"/>
            <a:ext cx="17787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5" name="Google Shape;455;p35"/>
          <p:cNvSpPr txBox="1"/>
          <p:nvPr>
            <p:ph idx="7" type="title"/>
          </p:nvPr>
        </p:nvSpPr>
        <p:spPr>
          <a:xfrm>
            <a:off x="6989225" y="3244950"/>
            <a:ext cx="17808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56" name="Google Shape;456;p35"/>
          <p:cNvSpPr txBox="1"/>
          <p:nvPr>
            <p:ph idx="8" type="title"/>
          </p:nvPr>
        </p:nvSpPr>
        <p:spPr>
          <a:xfrm>
            <a:off x="1237363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7" name="Google Shape;457;p35"/>
          <p:cNvSpPr txBox="1"/>
          <p:nvPr>
            <p:ph idx="9" type="title"/>
          </p:nvPr>
        </p:nvSpPr>
        <p:spPr>
          <a:xfrm>
            <a:off x="1602388" y="1308338"/>
            <a:ext cx="2149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35"/>
          <p:cNvSpPr txBox="1"/>
          <p:nvPr>
            <p:ph idx="13" type="title"/>
          </p:nvPr>
        </p:nvSpPr>
        <p:spPr>
          <a:xfrm>
            <a:off x="5914438" y="1308338"/>
            <a:ext cx="2149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35"/>
          <p:cNvSpPr txBox="1"/>
          <p:nvPr>
            <p:ph idx="14" type="title"/>
          </p:nvPr>
        </p:nvSpPr>
        <p:spPr>
          <a:xfrm>
            <a:off x="520175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0" name="Google Shape;460;p35"/>
          <p:cNvSpPr txBox="1"/>
          <p:nvPr>
            <p:ph idx="15" type="title"/>
          </p:nvPr>
        </p:nvSpPr>
        <p:spPr>
          <a:xfrm>
            <a:off x="1953575" y="1756250"/>
            <a:ext cx="723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1" name="Google Shape;461;p35"/>
          <p:cNvSpPr txBox="1"/>
          <p:nvPr>
            <p:ph idx="16" type="title"/>
          </p:nvPr>
        </p:nvSpPr>
        <p:spPr>
          <a:xfrm>
            <a:off x="2677225" y="1756250"/>
            <a:ext cx="7095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2" name="Google Shape;462;p35"/>
          <p:cNvSpPr txBox="1"/>
          <p:nvPr>
            <p:ph idx="17" type="title"/>
          </p:nvPr>
        </p:nvSpPr>
        <p:spPr>
          <a:xfrm>
            <a:off x="3386675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3" name="Google Shape;463;p35"/>
          <p:cNvSpPr txBox="1"/>
          <p:nvPr>
            <p:ph idx="18" type="title"/>
          </p:nvPr>
        </p:nvSpPr>
        <p:spPr>
          <a:xfrm>
            <a:off x="4833800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4" name="Google Shape;464;p35"/>
          <p:cNvSpPr txBox="1"/>
          <p:nvPr>
            <p:ph idx="19" type="title"/>
          </p:nvPr>
        </p:nvSpPr>
        <p:spPr>
          <a:xfrm>
            <a:off x="5549925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5" name="Google Shape;465;p35"/>
          <p:cNvSpPr txBox="1"/>
          <p:nvPr>
            <p:ph idx="20" type="title"/>
          </p:nvPr>
        </p:nvSpPr>
        <p:spPr>
          <a:xfrm>
            <a:off x="6265650" y="1756250"/>
            <a:ext cx="723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6" name="Google Shape;466;p35"/>
          <p:cNvSpPr txBox="1"/>
          <p:nvPr>
            <p:ph idx="21" type="title"/>
          </p:nvPr>
        </p:nvSpPr>
        <p:spPr>
          <a:xfrm>
            <a:off x="6989250" y="1756250"/>
            <a:ext cx="710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7" name="Google Shape;467;p35"/>
          <p:cNvSpPr txBox="1"/>
          <p:nvPr>
            <p:ph idx="22" type="title"/>
          </p:nvPr>
        </p:nvSpPr>
        <p:spPr>
          <a:xfrm>
            <a:off x="7699825" y="1756250"/>
            <a:ext cx="7167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8" name="Google Shape;468;p35"/>
          <p:cNvSpPr txBox="1"/>
          <p:nvPr>
            <p:ph idx="23" type="title"/>
          </p:nvPr>
        </p:nvSpPr>
        <p:spPr>
          <a:xfrm>
            <a:off x="8416525" y="1756250"/>
            <a:ext cx="7284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9" name="Google Shape;469;p35"/>
          <p:cNvSpPr txBox="1"/>
          <p:nvPr>
            <p:ph idx="2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70" name="Google Shape;470;p35"/>
          <p:cNvSpPr txBox="1"/>
          <p:nvPr>
            <p:ph idx="25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471" name="Google Shape;471;p35"/>
          <p:cNvSpPr txBox="1"/>
          <p:nvPr>
            <p:ph idx="26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472" name="Google Shape;472;p3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3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p3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p35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35"/>
          <p:cNvSpPr txBox="1"/>
          <p:nvPr>
            <p:ph idx="2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77" name="Google Shape;477;p35"/>
          <p:cNvSpPr txBox="1"/>
          <p:nvPr>
            <p:ph idx="2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78" name="Google Shape;478;p35"/>
          <p:cNvSpPr txBox="1"/>
          <p:nvPr>
            <p:ph idx="29" type="title"/>
          </p:nvPr>
        </p:nvSpPr>
        <p:spPr>
          <a:xfrm>
            <a:off x="3760713" y="1308338"/>
            <a:ext cx="2149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5"/>
          <p:cNvSpPr txBox="1"/>
          <p:nvPr>
            <p:ph idx="30" type="title"/>
          </p:nvPr>
        </p:nvSpPr>
        <p:spPr>
          <a:xfrm>
            <a:off x="4103475" y="1756250"/>
            <a:ext cx="731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 - ALT 2">
  <p:cSld name="CUSTOM_7_1">
    <p:bg>
      <p:bgPr>
        <a:solidFill>
          <a:schemeClr val="lt2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 txBox="1"/>
          <p:nvPr>
            <p:ph type="title"/>
          </p:nvPr>
        </p:nvSpPr>
        <p:spPr>
          <a:xfrm>
            <a:off x="7718738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2" name="Google Shape;482;p36"/>
          <p:cNvSpPr txBox="1"/>
          <p:nvPr>
            <p:ph idx="2" type="title"/>
          </p:nvPr>
        </p:nvSpPr>
        <p:spPr>
          <a:xfrm>
            <a:off x="8433150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3" name="Google Shape;483;p36"/>
          <p:cNvSpPr txBox="1"/>
          <p:nvPr>
            <p:ph idx="3" type="title"/>
          </p:nvPr>
        </p:nvSpPr>
        <p:spPr>
          <a:xfrm>
            <a:off x="4860825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4" name="Google Shape;484;p36"/>
          <p:cNvSpPr txBox="1"/>
          <p:nvPr>
            <p:ph idx="4" type="title"/>
          </p:nvPr>
        </p:nvSpPr>
        <p:spPr>
          <a:xfrm>
            <a:off x="5575238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5" name="Google Shape;485;p36"/>
          <p:cNvSpPr txBox="1"/>
          <p:nvPr>
            <p:ph idx="5" type="title"/>
          </p:nvPr>
        </p:nvSpPr>
        <p:spPr>
          <a:xfrm>
            <a:off x="6289688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6" name="Google Shape;486;p36"/>
          <p:cNvSpPr txBox="1"/>
          <p:nvPr>
            <p:ph idx="6" type="title"/>
          </p:nvPr>
        </p:nvSpPr>
        <p:spPr>
          <a:xfrm>
            <a:off x="7004100" y="1307600"/>
            <a:ext cx="71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7" name="Google Shape;487;p36"/>
          <p:cNvSpPr txBox="1"/>
          <p:nvPr>
            <p:ph idx="7" type="title"/>
          </p:nvPr>
        </p:nvSpPr>
        <p:spPr>
          <a:xfrm>
            <a:off x="2709475" y="1307850"/>
            <a:ext cx="8067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88" name="Google Shape;488;p36"/>
          <p:cNvSpPr txBox="1"/>
          <p:nvPr>
            <p:ph idx="8" type="title"/>
          </p:nvPr>
        </p:nvSpPr>
        <p:spPr>
          <a:xfrm>
            <a:off x="3516175" y="1307575"/>
            <a:ext cx="1344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89" name="Google Shape;489;p3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90" name="Google Shape;490;p36"/>
          <p:cNvSpPr txBox="1"/>
          <p:nvPr>
            <p:ph idx="9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1" name="Google Shape;491;p36"/>
          <p:cNvSpPr txBox="1"/>
          <p:nvPr>
            <p:ph idx="13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492" name="Google Shape;492;p3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3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3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36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96" name="Google Shape;496;p36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97" name="Google Shape;497;p36"/>
          <p:cNvSpPr/>
          <p:nvPr/>
        </p:nvSpPr>
        <p:spPr>
          <a:xfrm rot="-5400000">
            <a:off x="1615375" y="2839725"/>
            <a:ext cx="2994900" cy="8067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498" name="Google Shape;498;p36"/>
          <p:cNvSpPr/>
          <p:nvPr>
            <p:ph idx="16" type="pic"/>
          </p:nvPr>
        </p:nvSpPr>
        <p:spPr>
          <a:xfrm>
            <a:off x="287425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9" name="Google Shape;499;p36"/>
          <p:cNvSpPr txBox="1"/>
          <p:nvPr>
            <p:ph idx="17" type="title"/>
          </p:nvPr>
        </p:nvSpPr>
        <p:spPr>
          <a:xfrm>
            <a:off x="521250" y="1745775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0" name="Google Shape;500;p36"/>
          <p:cNvSpPr txBox="1"/>
          <p:nvPr>
            <p:ph idx="18" type="title"/>
          </p:nvPr>
        </p:nvSpPr>
        <p:spPr>
          <a:xfrm>
            <a:off x="521250" y="2078575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01" name="Google Shape;501;p36"/>
          <p:cNvSpPr txBox="1"/>
          <p:nvPr>
            <p:ph idx="19" type="title"/>
          </p:nvPr>
        </p:nvSpPr>
        <p:spPr>
          <a:xfrm>
            <a:off x="521250" y="2411363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02" name="Google Shape;502;p36"/>
          <p:cNvSpPr txBox="1"/>
          <p:nvPr>
            <p:ph idx="20" type="title"/>
          </p:nvPr>
        </p:nvSpPr>
        <p:spPr>
          <a:xfrm>
            <a:off x="521250" y="2744163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03" name="Google Shape;503;p36"/>
          <p:cNvSpPr txBox="1"/>
          <p:nvPr>
            <p:ph idx="21" type="title"/>
          </p:nvPr>
        </p:nvSpPr>
        <p:spPr>
          <a:xfrm>
            <a:off x="521250" y="3078575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4" name="Google Shape;504;p36"/>
          <p:cNvSpPr txBox="1"/>
          <p:nvPr>
            <p:ph idx="22" type="title"/>
          </p:nvPr>
        </p:nvSpPr>
        <p:spPr>
          <a:xfrm>
            <a:off x="521250" y="3409725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05" name="Google Shape;505;p36"/>
          <p:cNvSpPr txBox="1"/>
          <p:nvPr>
            <p:ph idx="23" type="title"/>
          </p:nvPr>
        </p:nvSpPr>
        <p:spPr>
          <a:xfrm>
            <a:off x="521250" y="3742513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06" name="Google Shape;506;p36"/>
          <p:cNvSpPr txBox="1"/>
          <p:nvPr>
            <p:ph idx="24" type="title"/>
          </p:nvPr>
        </p:nvSpPr>
        <p:spPr>
          <a:xfrm>
            <a:off x="521250" y="4075313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07" name="Google Shape;507;p36"/>
          <p:cNvSpPr txBox="1"/>
          <p:nvPr>
            <p:ph idx="25" type="title"/>
          </p:nvPr>
        </p:nvSpPr>
        <p:spPr>
          <a:xfrm>
            <a:off x="521250" y="4408125"/>
            <a:ext cx="21882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8" name="Google Shape;508;p36"/>
          <p:cNvSpPr/>
          <p:nvPr>
            <p:ph idx="26" type="pic"/>
          </p:nvPr>
        </p:nvSpPr>
        <p:spPr>
          <a:xfrm>
            <a:off x="314620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9" name="Google Shape;509;p36"/>
          <p:cNvSpPr/>
          <p:nvPr>
            <p:ph idx="27" type="pic"/>
          </p:nvPr>
        </p:nvSpPr>
        <p:spPr>
          <a:xfrm>
            <a:off x="287425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0" name="Google Shape;510;p36"/>
          <p:cNvSpPr/>
          <p:nvPr>
            <p:ph idx="28" type="pic"/>
          </p:nvPr>
        </p:nvSpPr>
        <p:spPr>
          <a:xfrm>
            <a:off x="314620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1" name="Google Shape;511;p36"/>
          <p:cNvSpPr/>
          <p:nvPr>
            <p:ph idx="29" type="pic"/>
          </p:nvPr>
        </p:nvSpPr>
        <p:spPr>
          <a:xfrm>
            <a:off x="2874250" y="24706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2" name="Google Shape;512;p36"/>
          <p:cNvSpPr/>
          <p:nvPr>
            <p:ph idx="30" type="pic"/>
          </p:nvPr>
        </p:nvSpPr>
        <p:spPr>
          <a:xfrm>
            <a:off x="2874250" y="27857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3" name="Google Shape;513;p36"/>
          <p:cNvSpPr/>
          <p:nvPr>
            <p:ph idx="31" type="pic"/>
          </p:nvPr>
        </p:nvSpPr>
        <p:spPr>
          <a:xfrm>
            <a:off x="287425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4" name="Google Shape;514;p36"/>
          <p:cNvSpPr/>
          <p:nvPr>
            <p:ph idx="32" type="pic"/>
          </p:nvPr>
        </p:nvSpPr>
        <p:spPr>
          <a:xfrm>
            <a:off x="314620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5" name="Google Shape;515;p36"/>
          <p:cNvSpPr/>
          <p:nvPr>
            <p:ph idx="33" type="pic"/>
          </p:nvPr>
        </p:nvSpPr>
        <p:spPr>
          <a:xfrm>
            <a:off x="2874250" y="3468663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6" name="Google Shape;516;p36"/>
          <p:cNvSpPr/>
          <p:nvPr>
            <p:ph idx="34" type="pic"/>
          </p:nvPr>
        </p:nvSpPr>
        <p:spPr>
          <a:xfrm>
            <a:off x="287425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7" name="Google Shape;517;p36"/>
          <p:cNvSpPr/>
          <p:nvPr>
            <p:ph idx="35" type="pic"/>
          </p:nvPr>
        </p:nvSpPr>
        <p:spPr>
          <a:xfrm>
            <a:off x="314620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8" name="Google Shape;518;p36"/>
          <p:cNvSpPr/>
          <p:nvPr>
            <p:ph idx="36" type="pic"/>
          </p:nvPr>
        </p:nvSpPr>
        <p:spPr>
          <a:xfrm>
            <a:off x="2874250" y="41340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9" name="Google Shape;519;p36"/>
          <p:cNvSpPr/>
          <p:nvPr>
            <p:ph idx="37" type="pic"/>
          </p:nvPr>
        </p:nvSpPr>
        <p:spPr>
          <a:xfrm>
            <a:off x="2874250" y="4471963"/>
            <a:ext cx="205200" cy="205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3">
  <p:cSld name="BLANK_1_1_1_1_1_1_1_1_1_1_1_2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7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22" name="Google Shape;522;p37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23" name="Google Shape;523;p37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24" name="Google Shape;524;p37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25" name="Google Shape;525;p37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182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26" name="Google Shape;526;p37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7" name="Google Shape;527;p37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182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182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1828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37" name="Google Shape;537;p3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37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>
  <p:cSld name="BLANK_4">
    <p:bg>
      <p:bgPr>
        <a:solidFill>
          <a:schemeClr val="lt1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8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41" name="Google Shape;541;p38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38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38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38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38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38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38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48" name="Google Shape;548;p38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9" name="Google Shape;549;p38"/>
          <p:cNvSpPr txBox="1"/>
          <p:nvPr>
            <p:ph idx="1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">
    <p:bg>
      <p:bgPr>
        <a:solidFill>
          <a:schemeClr val="lt2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9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552" name="Google Shape;552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3" name="Google Shape;553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4" name="Google Shape;554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5" name="Google Shape;555;p39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556" name="Google Shape;556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7" name="Google Shape;557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8" name="Google Shape;558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9" name="Google Shape;559;p39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560" name="Google Shape;560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1" name="Google Shape;561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2" name="Google Shape;562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3" name="Google Shape;563;p39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564" name="Google Shape;564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5" name="Google Shape;565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6" name="Google Shape;566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7" name="Google Shape;567;p39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568" name="Google Shape;568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9" name="Google Shape;569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0" name="Google Shape;570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1" name="Google Shape;571;p39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572" name="Google Shape;572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3" name="Google Shape;573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4" name="Google Shape;574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575" name="Google Shape;575;p3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3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3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3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3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39"/>
          <p:cNvSpPr txBox="1"/>
          <p:nvPr>
            <p:ph type="title"/>
          </p:nvPr>
        </p:nvSpPr>
        <p:spPr>
          <a:xfrm>
            <a:off x="1042100" y="334925"/>
            <a:ext cx="75765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cxnSp>
        <p:nvCxnSpPr>
          <p:cNvPr id="581" name="Google Shape;581;p39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39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39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39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39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39"/>
          <p:cNvSpPr txBox="1"/>
          <p:nvPr>
            <p:ph idx="1" type="subTitle"/>
          </p:nvPr>
        </p:nvSpPr>
        <p:spPr>
          <a:xfrm>
            <a:off x="1042100" y="666250"/>
            <a:ext cx="75819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7" name="Google Shape;587;p39"/>
          <p:cNvSpPr txBox="1"/>
          <p:nvPr>
            <p:ph idx="2" type="subTitle"/>
          </p:nvPr>
        </p:nvSpPr>
        <p:spPr>
          <a:xfrm>
            <a:off x="1042100" y="1307575"/>
            <a:ext cx="75819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8" name="Google Shape;588;p39"/>
          <p:cNvSpPr txBox="1"/>
          <p:nvPr>
            <p:ph idx="3" type="subTitle"/>
          </p:nvPr>
        </p:nvSpPr>
        <p:spPr>
          <a:xfrm>
            <a:off x="1042100" y="2052275"/>
            <a:ext cx="75819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9" name="Google Shape;589;p39"/>
          <p:cNvSpPr txBox="1"/>
          <p:nvPr>
            <p:ph idx="4" type="subTitle"/>
          </p:nvPr>
        </p:nvSpPr>
        <p:spPr>
          <a:xfrm>
            <a:off x="1042100" y="2801150"/>
            <a:ext cx="75819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90" name="Google Shape;590;p39"/>
          <p:cNvSpPr txBox="1"/>
          <p:nvPr>
            <p:ph idx="5" type="subTitle"/>
          </p:nvPr>
        </p:nvSpPr>
        <p:spPr>
          <a:xfrm>
            <a:off x="1042100" y="3542450"/>
            <a:ext cx="7581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91" name="Google Shape;591;p39"/>
          <p:cNvSpPr txBox="1"/>
          <p:nvPr>
            <p:ph idx="6" type="subTitle"/>
          </p:nvPr>
        </p:nvSpPr>
        <p:spPr>
          <a:xfrm>
            <a:off x="1042100" y="4297650"/>
            <a:ext cx="7581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_3">
    <p:bg>
      <p:bgPr>
        <a:solidFill>
          <a:schemeClr val="lt2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40"/>
          <p:cNvGrpSpPr/>
          <p:nvPr/>
        </p:nvGrpSpPr>
        <p:grpSpPr>
          <a:xfrm rot="5400000">
            <a:off x="593777" y="548798"/>
            <a:ext cx="369896" cy="333900"/>
            <a:chOff x="96076" y="654376"/>
            <a:chExt cx="369896" cy="333900"/>
          </a:xfrm>
        </p:grpSpPr>
        <p:cxnSp>
          <p:nvCxnSpPr>
            <p:cNvPr id="594" name="Google Shape;594;p4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5" name="Google Shape;595;p4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6" name="Google Shape;596;p4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97" name="Google Shape;597;p40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598" name="Google Shape;598;p4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4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4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4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4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40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  <p:cxnSp>
        <p:nvCxnSpPr>
          <p:cNvPr id="604" name="Google Shape;604;p40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bg>
      <p:bgPr>
        <a:solidFill>
          <a:schemeClr val="lt2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07" name="Google Shape;607;p4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4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4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4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4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6">
    <p:bg>
      <p:bgPr>
        <a:solidFill>
          <a:schemeClr val="lt2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14" name="Google Shape;614;p4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4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4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4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4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4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20" name="Google Shape;620;p42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21" name="Google Shape;621;p4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3">
  <p:cSld name="BLANK_3">
    <p:bg>
      <p:bgPr>
        <a:solidFill>
          <a:schemeClr val="dk2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43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624" name="Google Shape;624;p43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43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6" name="Google Shape;626;p43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43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43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9" name="Google Shape;629;p43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0" name="Google Shape;630;p43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1" name="Google Shape;631;p43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2" name="Google Shape;632;p43"/>
          <p:cNvSpPr txBox="1"/>
          <p:nvPr>
            <p:ph idx="1" type="subTitle"/>
          </p:nvPr>
        </p:nvSpPr>
        <p:spPr>
          <a:xfrm>
            <a:off x="521800" y="2782875"/>
            <a:ext cx="810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3" name="Google Shape;633;p43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4" name="Google Shape;634;p43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5" name="Google Shape;635;p43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6">
  <p:cSld name="BLANK_2">
    <p:bg>
      <p:bgPr>
        <a:solidFill>
          <a:schemeClr val="dk2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7" name="Google Shape;637;p44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44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44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44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44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44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44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4" name="Google Shape;644;p44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5" name="Google Shape;645;p44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4">
  <p:cSld name="BLANK_2_2">
    <p:bg>
      <p:bgPr>
        <a:solidFill>
          <a:schemeClr val="dk2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5"/>
          <p:cNvSpPr txBox="1"/>
          <p:nvPr>
            <p:ph idx="1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8" name="Google Shape;648;p45"/>
          <p:cNvSpPr txBox="1"/>
          <p:nvPr>
            <p:ph idx="2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9" name="Google Shape;649;p45"/>
          <p:cNvSpPr txBox="1"/>
          <p:nvPr>
            <p:ph idx="3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50" name="Google Shape;650;p45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45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45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45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45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45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45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45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8" name="Google Shape;658;p45"/>
          <p:cNvSpPr txBox="1"/>
          <p:nvPr>
            <p:ph idx="4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5">
  <p:cSld name="BLANK_2_1">
    <p:bg>
      <p:bgPr>
        <a:solidFill>
          <a:schemeClr val="lt1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0" name="Google Shape;660;p46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46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46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46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4" name="Google Shape;664;p46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46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6" name="Google Shape;666;p46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7" name="Google Shape;667;p46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68" name="Google Shape;668;p46"/>
          <p:cNvSpPr txBox="1"/>
          <p:nvPr>
            <p:ph idx="2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46"/>
          <p:cNvSpPr txBox="1"/>
          <p:nvPr>
            <p:ph idx="3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0" name="Google Shape;670;p46"/>
          <p:cNvSpPr txBox="1"/>
          <p:nvPr>
            <p:ph idx="4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1" name="Google Shape;671;p46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">
  <p:cSld name="BLANK_1_5">
    <p:bg>
      <p:bgPr>
        <a:solidFill>
          <a:schemeClr val="lt1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7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4" name="Google Shape;674;p47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5" name="Google Shape;675;p4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6" name="Google Shape;676;p4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7" name="Google Shape;677;p4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8" name="Google Shape;678;p4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p4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0" name="Google Shape;680;p4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1" name="Google Shape;681;p4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2">
  <p:cSld name="BLANK_1_3">
    <p:bg>
      <p:bgPr>
        <a:solidFill>
          <a:schemeClr val="lt2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8"/>
          <p:cNvSpPr txBox="1"/>
          <p:nvPr>
            <p:ph idx="1" type="body"/>
          </p:nvPr>
        </p:nvSpPr>
        <p:spPr>
          <a:xfrm>
            <a:off x="4684025" y="3361000"/>
            <a:ext cx="20901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4" name="Google Shape;684;p48"/>
          <p:cNvSpPr txBox="1"/>
          <p:nvPr>
            <p:ph idx="2" type="body"/>
          </p:nvPr>
        </p:nvSpPr>
        <p:spPr>
          <a:xfrm>
            <a:off x="6774125" y="3361250"/>
            <a:ext cx="23706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5" name="Google Shape;685;p48"/>
          <p:cNvSpPr txBox="1"/>
          <p:nvPr>
            <p:ph idx="3" type="body"/>
          </p:nvPr>
        </p:nvSpPr>
        <p:spPr>
          <a:xfrm>
            <a:off x="2597175" y="3361000"/>
            <a:ext cx="20868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6" name="Google Shape;686;p48"/>
          <p:cNvSpPr txBox="1"/>
          <p:nvPr>
            <p:ph idx="4" type="body"/>
          </p:nvPr>
        </p:nvSpPr>
        <p:spPr>
          <a:xfrm>
            <a:off x="520425" y="3361000"/>
            <a:ext cx="2077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687" name="Google Shape;687;p48"/>
          <p:cNvSpPr/>
          <p:nvPr/>
        </p:nvSpPr>
        <p:spPr>
          <a:xfrm rot="-5400000">
            <a:off x="7573550" y="1789950"/>
            <a:ext cx="771000" cy="237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8" name="Google Shape;688;p48"/>
          <p:cNvSpPr/>
          <p:nvPr/>
        </p:nvSpPr>
        <p:spPr>
          <a:xfrm rot="-5400000">
            <a:off x="5343575" y="1930200"/>
            <a:ext cx="771000" cy="20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9" name="Google Shape;689;p48"/>
          <p:cNvSpPr/>
          <p:nvPr/>
        </p:nvSpPr>
        <p:spPr>
          <a:xfrm rot="-5400000">
            <a:off x="3255125" y="1931850"/>
            <a:ext cx="771000" cy="208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0" name="Google Shape;690;p48"/>
          <p:cNvSpPr/>
          <p:nvPr/>
        </p:nvSpPr>
        <p:spPr>
          <a:xfrm rot="-5400000">
            <a:off x="1173425" y="1936950"/>
            <a:ext cx="771000" cy="20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1" name="Google Shape;691;p48"/>
          <p:cNvSpPr txBox="1"/>
          <p:nvPr>
            <p:ph idx="5" type="subTitle"/>
          </p:nvPr>
        </p:nvSpPr>
        <p:spPr>
          <a:xfrm>
            <a:off x="520425" y="2589750"/>
            <a:ext cx="2090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2" name="Google Shape;692;p48"/>
          <p:cNvSpPr txBox="1"/>
          <p:nvPr>
            <p:ph idx="6" type="subTitle"/>
          </p:nvPr>
        </p:nvSpPr>
        <p:spPr>
          <a:xfrm>
            <a:off x="2597225" y="2589750"/>
            <a:ext cx="20766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3" name="Google Shape;693;p48"/>
          <p:cNvSpPr txBox="1"/>
          <p:nvPr>
            <p:ph idx="7" type="subTitle"/>
          </p:nvPr>
        </p:nvSpPr>
        <p:spPr>
          <a:xfrm>
            <a:off x="4685675" y="2589750"/>
            <a:ext cx="2090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4" name="Google Shape;694;p48"/>
          <p:cNvSpPr txBox="1"/>
          <p:nvPr>
            <p:ph idx="8" type="subTitle"/>
          </p:nvPr>
        </p:nvSpPr>
        <p:spPr>
          <a:xfrm>
            <a:off x="6773425" y="2589750"/>
            <a:ext cx="23706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5" name="Google Shape;695;p48"/>
          <p:cNvSpPr/>
          <p:nvPr>
            <p:ph idx="9" type="pic"/>
          </p:nvPr>
        </p:nvSpPr>
        <p:spPr>
          <a:xfrm>
            <a:off x="6773402" y="841675"/>
            <a:ext cx="23706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48"/>
          <p:cNvSpPr/>
          <p:nvPr>
            <p:ph idx="13" type="pic"/>
          </p:nvPr>
        </p:nvSpPr>
        <p:spPr>
          <a:xfrm>
            <a:off x="4685838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7" name="Google Shape;697;p48"/>
          <p:cNvSpPr/>
          <p:nvPr>
            <p:ph idx="14" type="pic"/>
          </p:nvPr>
        </p:nvSpPr>
        <p:spPr>
          <a:xfrm>
            <a:off x="2597225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48"/>
          <p:cNvSpPr/>
          <p:nvPr>
            <p:ph idx="15" type="pic"/>
          </p:nvPr>
        </p:nvSpPr>
        <p:spPr>
          <a:xfrm>
            <a:off x="520725" y="841675"/>
            <a:ext cx="2076600" cy="174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9" name="Google Shape;699;p48"/>
          <p:cNvCxnSpPr/>
          <p:nvPr/>
        </p:nvCxnSpPr>
        <p:spPr>
          <a:xfrm>
            <a:off x="2598000" y="842050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48"/>
          <p:cNvCxnSpPr/>
          <p:nvPr/>
        </p:nvCxnSpPr>
        <p:spPr>
          <a:xfrm>
            <a:off x="6773750" y="841675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48"/>
          <p:cNvCxnSpPr/>
          <p:nvPr/>
        </p:nvCxnSpPr>
        <p:spPr>
          <a:xfrm>
            <a:off x="4684713" y="842026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48"/>
          <p:cNvCxnSpPr/>
          <p:nvPr/>
        </p:nvCxnSpPr>
        <p:spPr>
          <a:xfrm rot="10800000">
            <a:off x="520800" y="33610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48"/>
          <p:cNvCxnSpPr/>
          <p:nvPr/>
        </p:nvCxnSpPr>
        <p:spPr>
          <a:xfrm rot="10800000">
            <a:off x="520800" y="25904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48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5" name="Google Shape;705;p48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6" name="Google Shape;706;p48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707" name="Google Shape;707;p4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4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p4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4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4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2" name="Google Shape;712;p4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2">
    <p:bg>
      <p:bgPr>
        <a:solidFill>
          <a:schemeClr val="lt1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49"/>
          <p:cNvGrpSpPr/>
          <p:nvPr/>
        </p:nvGrpSpPr>
        <p:grpSpPr>
          <a:xfrm rot="5400000">
            <a:off x="593777" y="660623"/>
            <a:ext cx="369896" cy="333900"/>
            <a:chOff x="96076" y="654376"/>
            <a:chExt cx="369896" cy="333900"/>
          </a:xfrm>
        </p:grpSpPr>
        <p:cxnSp>
          <p:nvCxnSpPr>
            <p:cNvPr id="715" name="Google Shape;715;p4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6" name="Google Shape;716;p4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7" name="Google Shape;717;p4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18" name="Google Shape;718;p49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wun Batang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9" name="Google Shape;719;p49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20" name="Google Shape;720;p49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1" name="Google Shape;721;p49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2" name="Google Shape;722;p49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23" name="Google Shape;723;p4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4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4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4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7" name="Google Shape;727;p4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49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LANK_1_1_1">
    <p:bg>
      <p:bgPr>
        <a:solidFill>
          <a:schemeClr val="lt2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50"/>
          <p:cNvGrpSpPr/>
          <p:nvPr/>
        </p:nvGrpSpPr>
        <p:grpSpPr>
          <a:xfrm rot="5400000">
            <a:off x="593777" y="654575"/>
            <a:ext cx="369896" cy="333900"/>
            <a:chOff x="96076" y="654376"/>
            <a:chExt cx="369896" cy="333900"/>
          </a:xfrm>
        </p:grpSpPr>
        <p:cxnSp>
          <p:nvCxnSpPr>
            <p:cNvPr id="731" name="Google Shape;731;p5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2" name="Google Shape;732;p5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3" name="Google Shape;733;p5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34" name="Google Shape;734;p50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p5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6" name="Google Shape;736;p5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7" name="Google Shape;737;p5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8" name="Google Shape;738;p5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5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0" name="Google Shape;740;p50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1" name="Google Shape;741;p50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42" name="Google Shape;742;p50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43" name="Google Shape;743;p50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_2">
    <p:bg>
      <p:bgPr>
        <a:solidFill>
          <a:schemeClr val="lt2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5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46" name="Google Shape;746;p5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7" name="Google Shape;747;p5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8" name="Google Shape;748;p5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49" name="Google Shape;749;p51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5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5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5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5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5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51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6" name="Google Shape;756;p51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sp>
        <p:nvSpPr>
          <p:cNvPr id="757" name="Google Shape;757;p51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58" name="Google Shape;758;p51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59" name="Google Shape;759;p51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0" name="Google Shape;760;p51"/>
          <p:cNvSpPr txBox="1"/>
          <p:nvPr>
            <p:ph idx="4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1" name="Google Shape;761;p51"/>
          <p:cNvSpPr txBox="1"/>
          <p:nvPr>
            <p:ph idx="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2" name="Google Shape;762;p51"/>
          <p:cNvSpPr txBox="1"/>
          <p:nvPr>
            <p:ph idx="6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63" name="Google Shape;763;p51"/>
          <p:cNvSpPr txBox="1"/>
          <p:nvPr>
            <p:ph idx="7" type="title"/>
          </p:nvPr>
        </p:nvSpPr>
        <p:spPr>
          <a:xfrm>
            <a:off x="5019250" y="1307700"/>
            <a:ext cx="36144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bg>
      <p:bgPr>
        <a:solidFill>
          <a:schemeClr val="lt2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5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66" name="Google Shape;766;p5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7" name="Google Shape;767;p5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8" name="Google Shape;768;p5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9" name="Google Shape;769;p52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70" name="Google Shape;770;p5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5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5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5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4" name="Google Shape;774;p5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p52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_2">
    <p:bg>
      <p:bgPr>
        <a:solidFill>
          <a:schemeClr val="lt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53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78" name="Google Shape;778;p5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9" name="Google Shape;779;p5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80" name="Google Shape;780;p5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81" name="Google Shape;781;p53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82" name="Google Shape;782;p5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5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5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5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5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p53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53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89" name="Google Shape;789;p53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90" name="Google Shape;790;p5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BLANK_1_1_1_1_1">
    <p:bg>
      <p:bgPr>
        <a:solidFill>
          <a:schemeClr val="lt2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54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93" name="Google Shape;793;p5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4" name="Google Shape;794;p5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5" name="Google Shape;795;p5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96" name="Google Shape;796;p54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97" name="Google Shape;797;p5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5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5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5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p5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54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p54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ALT 1">
  <p:cSld name="BLANK_1_1_1_1_1_2">
    <p:bg>
      <p:bgPr>
        <a:solidFill>
          <a:schemeClr val="lt2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5" name="Google Shape;805;p55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06" name="Google Shape;806;p5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7" name="Google Shape;807;p5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8" name="Google Shape;808;p5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09" name="Google Shape;809;p55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10" name="Google Shape;810;p5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5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5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p5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5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55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55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17" name="Google Shape;817;p55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8" name="Google Shape;818;p55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9" name="Google Shape;819;p55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20" name="Google Shape;820;p55"/>
          <p:cNvSpPr txBox="1"/>
          <p:nvPr>
            <p:ph idx="5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lt2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2" name="Google Shape;822;p56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56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56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56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6" name="Google Shape;826;p56"/>
          <p:cNvSpPr txBox="1"/>
          <p:nvPr>
            <p:ph type="title"/>
          </p:nvPr>
        </p:nvSpPr>
        <p:spPr>
          <a:xfrm>
            <a:off x="511600" y="1703125"/>
            <a:ext cx="81111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BLANK_1_1_1_1_1_1_1_1_2_3">
    <p:bg>
      <p:bgPr>
        <a:solidFill>
          <a:schemeClr val="lt2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29" name="Google Shape;829;p5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5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5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5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57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ALT 1">
  <p:cSld name="BLANK_1_1_1_1_1_1_1_1_2_3_1">
    <p:bg>
      <p:bgPr>
        <a:solidFill>
          <a:schemeClr val="lt2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8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36" name="Google Shape;836;p5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p5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p58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5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58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41" name="Google Shape;841;p58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42" name="Google Shape;842;p5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43" name="Google Shape;843;p58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 - Dark ALT">
  <p:cSld name="BLANK_1_1_1_1_1_1_1_1_2_2">
    <p:bg>
      <p:bgPr>
        <a:solidFill>
          <a:schemeClr val="dk2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9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46" name="Google Shape;846;p59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7" name="Google Shape;847;p59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8" name="Google Shape;848;p59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49" name="Google Shape;849;p5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p59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5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59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53" name="Google Shape;853;p59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4" name="Google Shape;854;p59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855" name="Google Shape;855;p59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Dark ALT">
  <p:cSld name="BLANK_1_1_1_1_1_1_1_1_2_2_1">
    <p:bg>
      <p:bgPr>
        <a:solidFill>
          <a:schemeClr val="dk2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0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58" name="Google Shape;858;p60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9" name="Google Shape;859;p60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0" name="Google Shape;860;p60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61" name="Google Shape;861;p6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60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6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p60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5" name="Google Shape;865;p60"/>
          <p:cNvSpPr txBox="1"/>
          <p:nvPr>
            <p:ph idx="4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">
    <p:bg>
      <p:bgPr>
        <a:solidFill>
          <a:schemeClr val="lt2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6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6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6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6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61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72" name="Google Shape;872;p61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- ALT 1">
  <p:cSld name="BLANK_1_1_1_1_1_1_1_1_1_2">
    <p:bg>
      <p:bgPr>
        <a:solidFill>
          <a:schemeClr val="lt2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4" name="Google Shape;874;p6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6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6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6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62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79" name="Google Shape;879;p62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0" name="Google Shape;880;p62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1" name="Google Shape;881;p6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2" name="Google Shape;882;p62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3" name="Google Shape;883;p62"/>
          <p:cNvSpPr txBox="1"/>
          <p:nvPr>
            <p:ph idx="5" type="title"/>
          </p:nvPr>
        </p:nvSpPr>
        <p:spPr>
          <a:xfrm>
            <a:off x="5019300" y="919750"/>
            <a:ext cx="36144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2">
  <p:cSld name="BLANK_1_1_1_1_1_1_1_1_1_1_2">
    <p:bg>
      <p:bgPr>
        <a:solidFill>
          <a:schemeClr val="lt2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3"/>
          <p:cNvSpPr/>
          <p:nvPr/>
        </p:nvSpPr>
        <p:spPr>
          <a:xfrm>
            <a:off x="3456825" y="841725"/>
            <a:ext cx="2763600" cy="430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86" name="Google Shape;886;p63"/>
          <p:cNvSpPr txBox="1"/>
          <p:nvPr>
            <p:ph idx="1" type="subTitle"/>
          </p:nvPr>
        </p:nvSpPr>
        <p:spPr>
          <a:xfrm>
            <a:off x="1035375" y="4439000"/>
            <a:ext cx="1916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7" name="Google Shape;887;p63"/>
          <p:cNvSpPr txBox="1"/>
          <p:nvPr>
            <p:ph idx="2" type="subTitle"/>
          </p:nvPr>
        </p:nvSpPr>
        <p:spPr>
          <a:xfrm>
            <a:off x="6725775" y="4439000"/>
            <a:ext cx="1916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8" name="Google Shape;888;p63"/>
          <p:cNvSpPr txBox="1"/>
          <p:nvPr>
            <p:ph idx="3" type="subTitle"/>
          </p:nvPr>
        </p:nvSpPr>
        <p:spPr>
          <a:xfrm>
            <a:off x="3887200" y="4439000"/>
            <a:ext cx="1916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9" name="Google Shape;889;p63"/>
          <p:cNvSpPr txBox="1"/>
          <p:nvPr>
            <p:ph type="title"/>
          </p:nvPr>
        </p:nvSpPr>
        <p:spPr>
          <a:xfrm>
            <a:off x="2511550" y="4104025"/>
            <a:ext cx="439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0" name="Google Shape;890;p63"/>
          <p:cNvSpPr txBox="1"/>
          <p:nvPr>
            <p:ph idx="4" type="title"/>
          </p:nvPr>
        </p:nvSpPr>
        <p:spPr>
          <a:xfrm>
            <a:off x="8201950" y="4104025"/>
            <a:ext cx="439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1" name="Google Shape;891;p63"/>
          <p:cNvSpPr txBox="1"/>
          <p:nvPr>
            <p:ph idx="5" type="title"/>
          </p:nvPr>
        </p:nvSpPr>
        <p:spPr>
          <a:xfrm>
            <a:off x="1179150" y="3973850"/>
            <a:ext cx="487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2" name="Google Shape;892;p63"/>
          <p:cNvSpPr txBox="1"/>
          <p:nvPr>
            <p:ph idx="6" type="title"/>
          </p:nvPr>
        </p:nvSpPr>
        <p:spPr>
          <a:xfrm>
            <a:off x="6869550" y="3973850"/>
            <a:ext cx="487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3" name="Google Shape;893;p63"/>
          <p:cNvSpPr txBox="1"/>
          <p:nvPr>
            <p:ph idx="7" type="title"/>
          </p:nvPr>
        </p:nvSpPr>
        <p:spPr>
          <a:xfrm>
            <a:off x="4906000" y="3973850"/>
            <a:ext cx="487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4" name="Google Shape;894;p63"/>
          <p:cNvSpPr txBox="1"/>
          <p:nvPr>
            <p:ph idx="8" type="title"/>
          </p:nvPr>
        </p:nvSpPr>
        <p:spPr>
          <a:xfrm>
            <a:off x="5363375" y="4104025"/>
            <a:ext cx="439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5" name="Google Shape;895;p63"/>
          <p:cNvSpPr txBox="1"/>
          <p:nvPr>
            <p:ph idx="9" type="body"/>
          </p:nvPr>
        </p:nvSpPr>
        <p:spPr>
          <a:xfrm>
            <a:off x="922250" y="2203550"/>
            <a:ext cx="21411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6" name="Google Shape;896;p63"/>
          <p:cNvSpPr txBox="1"/>
          <p:nvPr>
            <p:ph idx="13" type="body"/>
          </p:nvPr>
        </p:nvSpPr>
        <p:spPr>
          <a:xfrm>
            <a:off x="6613213" y="2203550"/>
            <a:ext cx="21411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7" name="Google Shape;897;p63"/>
          <p:cNvSpPr txBox="1"/>
          <p:nvPr>
            <p:ph idx="14" type="body"/>
          </p:nvPr>
        </p:nvSpPr>
        <p:spPr>
          <a:xfrm>
            <a:off x="3767726" y="2203550"/>
            <a:ext cx="21411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8" name="Google Shape;898;p63"/>
          <p:cNvSpPr txBox="1"/>
          <p:nvPr>
            <p:ph idx="15" type="title"/>
          </p:nvPr>
        </p:nvSpPr>
        <p:spPr>
          <a:xfrm>
            <a:off x="922925" y="841900"/>
            <a:ext cx="2141100" cy="13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899" name="Google Shape;899;p63"/>
          <p:cNvCxnSpPr/>
          <p:nvPr/>
        </p:nvCxnSpPr>
        <p:spPr>
          <a:xfrm rot="10800000">
            <a:off x="13529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0" name="Google Shape;900;p63"/>
          <p:cNvSpPr/>
          <p:nvPr/>
        </p:nvSpPr>
        <p:spPr>
          <a:xfrm>
            <a:off x="13494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1" name="Google Shape;901;p63"/>
          <p:cNvCxnSpPr/>
          <p:nvPr/>
        </p:nvCxnSpPr>
        <p:spPr>
          <a:xfrm rot="10800000">
            <a:off x="10353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2" name="Google Shape;902;p63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03" name="Google Shape;903;p63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04" name="Google Shape;904;p63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05" name="Google Shape;905;p6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6" name="Google Shape;906;p6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6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6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6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63"/>
          <p:cNvSpPr txBox="1"/>
          <p:nvPr>
            <p:ph idx="19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911" name="Google Shape;911;p63"/>
          <p:cNvCxnSpPr/>
          <p:nvPr/>
        </p:nvCxnSpPr>
        <p:spPr>
          <a:xfrm rot="10800000">
            <a:off x="70433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2" name="Google Shape;912;p63"/>
          <p:cNvSpPr/>
          <p:nvPr/>
        </p:nvSpPr>
        <p:spPr>
          <a:xfrm>
            <a:off x="70398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3" name="Google Shape;913;p63"/>
          <p:cNvCxnSpPr/>
          <p:nvPr/>
        </p:nvCxnSpPr>
        <p:spPr>
          <a:xfrm rot="10800000">
            <a:off x="67257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4" name="Google Shape;914;p63"/>
          <p:cNvSpPr txBox="1"/>
          <p:nvPr>
            <p:ph idx="20" type="title"/>
          </p:nvPr>
        </p:nvSpPr>
        <p:spPr>
          <a:xfrm>
            <a:off x="6613888" y="841900"/>
            <a:ext cx="2141100" cy="13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15" name="Google Shape;915;p63"/>
          <p:cNvCxnSpPr/>
          <p:nvPr/>
        </p:nvCxnSpPr>
        <p:spPr>
          <a:xfrm rot="10800000">
            <a:off x="520800" y="22032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63"/>
          <p:cNvSpPr txBox="1"/>
          <p:nvPr>
            <p:ph idx="21" type="title"/>
          </p:nvPr>
        </p:nvSpPr>
        <p:spPr>
          <a:xfrm>
            <a:off x="3768413" y="841900"/>
            <a:ext cx="2141100" cy="13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17" name="Google Shape;917;p63"/>
          <p:cNvCxnSpPr/>
          <p:nvPr/>
        </p:nvCxnSpPr>
        <p:spPr>
          <a:xfrm rot="10800000">
            <a:off x="4204772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8" name="Google Shape;918;p63"/>
          <p:cNvSpPr/>
          <p:nvPr/>
        </p:nvSpPr>
        <p:spPr>
          <a:xfrm>
            <a:off x="5076315" y="4383492"/>
            <a:ext cx="105900" cy="11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9" name="Google Shape;919;p63"/>
          <p:cNvCxnSpPr/>
          <p:nvPr/>
        </p:nvCxnSpPr>
        <p:spPr>
          <a:xfrm rot="10800000">
            <a:off x="3887050" y="4439000"/>
            <a:ext cx="1212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63"/>
          <p:cNvCxnSpPr/>
          <p:nvPr/>
        </p:nvCxnSpPr>
        <p:spPr>
          <a:xfrm rot="10800000">
            <a:off x="527025" y="38524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3">
  <p:cSld name="CUSTOM">
    <p:bg>
      <p:bgPr>
        <a:solidFill>
          <a:schemeClr val="lt1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64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23" name="Google Shape;923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4" name="Google Shape;924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25" name="Google Shape;925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26" name="Google Shape;926;p64"/>
          <p:cNvSpPr txBox="1"/>
          <p:nvPr>
            <p:ph type="title"/>
          </p:nvPr>
        </p:nvSpPr>
        <p:spPr>
          <a:xfrm>
            <a:off x="4322575" y="1217450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27" name="Google Shape;927;p64"/>
          <p:cNvSpPr txBox="1"/>
          <p:nvPr>
            <p:ph idx="2" type="title"/>
          </p:nvPr>
        </p:nvSpPr>
        <p:spPr>
          <a:xfrm>
            <a:off x="1040875" y="1217450"/>
            <a:ext cx="32817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8" name="Google Shape;928;p64"/>
          <p:cNvSpPr txBox="1"/>
          <p:nvPr>
            <p:ph idx="1" type="body"/>
          </p:nvPr>
        </p:nvSpPr>
        <p:spPr>
          <a:xfrm>
            <a:off x="1042100" y="1764975"/>
            <a:ext cx="3281700" cy="29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64"/>
          <p:cNvSpPr txBox="1"/>
          <p:nvPr>
            <p:ph idx="3" type="subTitle"/>
          </p:nvPr>
        </p:nvSpPr>
        <p:spPr>
          <a:xfrm>
            <a:off x="1040400" y="334925"/>
            <a:ext cx="7582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0" name="Google Shape;930;p64"/>
          <p:cNvSpPr txBox="1"/>
          <p:nvPr>
            <p:ph idx="4" type="title"/>
          </p:nvPr>
        </p:nvSpPr>
        <p:spPr>
          <a:xfrm flipH="1">
            <a:off x="1046175" y="670000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1" name="Google Shape;931;p64"/>
          <p:cNvSpPr/>
          <p:nvPr/>
        </p:nvSpPr>
        <p:spPr>
          <a:xfrm>
            <a:off x="4324853" y="1916138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64"/>
          <p:cNvSpPr/>
          <p:nvPr/>
        </p:nvSpPr>
        <p:spPr>
          <a:xfrm>
            <a:off x="4324853" y="2613500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3" name="Google Shape;933;p64"/>
          <p:cNvCxnSpPr/>
          <p:nvPr/>
        </p:nvCxnSpPr>
        <p:spPr>
          <a:xfrm rot="10800000">
            <a:off x="4324673" y="156706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4" name="Google Shape;934;p64"/>
          <p:cNvCxnSpPr/>
          <p:nvPr/>
        </p:nvCxnSpPr>
        <p:spPr>
          <a:xfrm rot="10800000">
            <a:off x="4324066" y="191528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5" name="Google Shape;935;p64"/>
          <p:cNvCxnSpPr/>
          <p:nvPr/>
        </p:nvCxnSpPr>
        <p:spPr>
          <a:xfrm rot="10800000">
            <a:off x="4324066" y="226444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6" name="Google Shape;936;p64"/>
          <p:cNvCxnSpPr/>
          <p:nvPr/>
        </p:nvCxnSpPr>
        <p:spPr>
          <a:xfrm rot="10800000">
            <a:off x="4324066" y="261266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7" name="Google Shape;937;p64"/>
          <p:cNvCxnSpPr/>
          <p:nvPr/>
        </p:nvCxnSpPr>
        <p:spPr>
          <a:xfrm rot="10800000">
            <a:off x="4323597" y="296182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8" name="Google Shape;938;p64"/>
          <p:cNvCxnSpPr/>
          <p:nvPr/>
        </p:nvCxnSpPr>
        <p:spPr>
          <a:xfrm rot="10800000">
            <a:off x="4324048" y="331111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9" name="Google Shape;939;p64"/>
          <p:cNvCxnSpPr/>
          <p:nvPr/>
        </p:nvCxnSpPr>
        <p:spPr>
          <a:xfrm rot="10800000">
            <a:off x="4323441" y="365933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0" name="Google Shape;940;p64"/>
          <p:cNvCxnSpPr/>
          <p:nvPr/>
        </p:nvCxnSpPr>
        <p:spPr>
          <a:xfrm rot="10800000">
            <a:off x="4323441" y="400849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1" name="Google Shape;941;p64"/>
          <p:cNvCxnSpPr/>
          <p:nvPr/>
        </p:nvCxnSpPr>
        <p:spPr>
          <a:xfrm rot="10800000">
            <a:off x="4323441" y="435671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2" name="Google Shape;942;p64"/>
          <p:cNvCxnSpPr/>
          <p:nvPr/>
        </p:nvCxnSpPr>
        <p:spPr>
          <a:xfrm rot="10800000">
            <a:off x="4322972" y="470587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3" name="Google Shape;943;p64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4" name="Google Shape;944;p64"/>
          <p:cNvSpPr txBox="1"/>
          <p:nvPr>
            <p:ph idx="6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5" name="Google Shape;945;p64"/>
          <p:cNvSpPr txBox="1"/>
          <p:nvPr>
            <p:ph idx="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46" name="Google Shape;946;p6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6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6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6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0" name="Google Shape;950;p6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64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64"/>
          <p:cNvCxnSpPr/>
          <p:nvPr/>
        </p:nvCxnSpPr>
        <p:spPr>
          <a:xfrm>
            <a:off x="4322575" y="1217450"/>
            <a:ext cx="0" cy="392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64"/>
          <p:cNvCxnSpPr/>
          <p:nvPr/>
        </p:nvCxnSpPr>
        <p:spPr>
          <a:xfrm>
            <a:off x="8622700" y="334850"/>
            <a:ext cx="0" cy="4809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4" name="Google Shape;954;p64"/>
          <p:cNvSpPr txBox="1"/>
          <p:nvPr>
            <p:ph idx="8" type="title"/>
          </p:nvPr>
        </p:nvSpPr>
        <p:spPr>
          <a:xfrm>
            <a:off x="4322575" y="1566800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5" name="Google Shape;955;p64"/>
          <p:cNvSpPr txBox="1"/>
          <p:nvPr>
            <p:ph idx="9" type="title"/>
          </p:nvPr>
        </p:nvSpPr>
        <p:spPr>
          <a:xfrm>
            <a:off x="4322575" y="1915625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6" name="Google Shape;956;p64"/>
          <p:cNvSpPr txBox="1"/>
          <p:nvPr>
            <p:ph idx="13" type="title"/>
          </p:nvPr>
        </p:nvSpPr>
        <p:spPr>
          <a:xfrm>
            <a:off x="4322575" y="2264975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7" name="Google Shape;957;p64"/>
          <p:cNvSpPr txBox="1"/>
          <p:nvPr>
            <p:ph idx="14" type="title"/>
          </p:nvPr>
        </p:nvSpPr>
        <p:spPr>
          <a:xfrm>
            <a:off x="4322575" y="2613638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8" name="Google Shape;958;p64"/>
          <p:cNvSpPr txBox="1"/>
          <p:nvPr>
            <p:ph idx="15" type="title"/>
          </p:nvPr>
        </p:nvSpPr>
        <p:spPr>
          <a:xfrm>
            <a:off x="7084775" y="1217450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59" name="Google Shape;959;p64"/>
          <p:cNvSpPr txBox="1"/>
          <p:nvPr>
            <p:ph idx="16" type="title"/>
          </p:nvPr>
        </p:nvSpPr>
        <p:spPr>
          <a:xfrm>
            <a:off x="7084775" y="1566800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0" name="Google Shape;960;p64"/>
          <p:cNvSpPr txBox="1"/>
          <p:nvPr>
            <p:ph idx="17" type="title"/>
          </p:nvPr>
        </p:nvSpPr>
        <p:spPr>
          <a:xfrm>
            <a:off x="7084775" y="1915625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1" name="Google Shape;961;p64"/>
          <p:cNvSpPr txBox="1"/>
          <p:nvPr>
            <p:ph idx="18" type="title"/>
          </p:nvPr>
        </p:nvSpPr>
        <p:spPr>
          <a:xfrm>
            <a:off x="7084775" y="2264975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2" name="Google Shape;962;p64"/>
          <p:cNvSpPr txBox="1"/>
          <p:nvPr>
            <p:ph idx="19" type="title"/>
          </p:nvPr>
        </p:nvSpPr>
        <p:spPr>
          <a:xfrm>
            <a:off x="7084775" y="2613638"/>
            <a:ext cx="15363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bg>
      <p:bgPr>
        <a:solidFill>
          <a:schemeClr val="lt2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65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65" name="Google Shape;965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6" name="Google Shape;966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7" name="Google Shape;967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68" name="Google Shape;968;p65"/>
          <p:cNvSpPr txBox="1"/>
          <p:nvPr>
            <p:ph idx="1" type="body"/>
          </p:nvPr>
        </p:nvSpPr>
        <p:spPr>
          <a:xfrm>
            <a:off x="1040725" y="1217500"/>
            <a:ext cx="3578100" cy="3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365750" wrap="square" tIns="36575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69" name="Google Shape;969;p65"/>
          <p:cNvSpPr/>
          <p:nvPr/>
        </p:nvSpPr>
        <p:spPr>
          <a:xfrm>
            <a:off x="5019250" y="1217450"/>
            <a:ext cx="4124700" cy="394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70" name="Google Shape;970;p65"/>
          <p:cNvCxnSpPr/>
          <p:nvPr/>
        </p:nvCxnSpPr>
        <p:spPr>
          <a:xfrm>
            <a:off x="5019250" y="1217450"/>
            <a:ext cx="0" cy="394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1" name="Google Shape;971;p65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72" name="Google Shape;972;p65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73" name="Google Shape;973;p65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74" name="Google Shape;974;p6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5" name="Google Shape;975;p6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6" name="Google Shape;976;p6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7" name="Google Shape;977;p6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8" name="Google Shape;978;p6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65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" name="Google Shape;980;p65"/>
          <p:cNvSpPr txBox="1"/>
          <p:nvPr>
            <p:ph type="title"/>
          </p:nvPr>
        </p:nvSpPr>
        <p:spPr>
          <a:xfrm flipH="1">
            <a:off x="1046175" y="67000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981" name="Google Shape;981;p65"/>
          <p:cNvSpPr txBox="1"/>
          <p:nvPr>
            <p:ph idx="5" type="subTitle"/>
          </p:nvPr>
        </p:nvSpPr>
        <p:spPr>
          <a:xfrm>
            <a:off x="1045950" y="334925"/>
            <a:ext cx="7577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82" name="Google Shape;982;p65"/>
          <p:cNvSpPr txBox="1"/>
          <p:nvPr>
            <p:ph idx="6" type="title"/>
          </p:nvPr>
        </p:nvSpPr>
        <p:spPr>
          <a:xfrm>
            <a:off x="5019250" y="2654100"/>
            <a:ext cx="1940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3" name="Google Shape;983;p65"/>
          <p:cNvSpPr txBox="1"/>
          <p:nvPr>
            <p:ph idx="7" type="subTitle"/>
          </p:nvPr>
        </p:nvSpPr>
        <p:spPr>
          <a:xfrm>
            <a:off x="5019275" y="3466500"/>
            <a:ext cx="19407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4" name="Google Shape;984;p65"/>
          <p:cNvSpPr txBox="1"/>
          <p:nvPr>
            <p:ph idx="8" type="title"/>
          </p:nvPr>
        </p:nvSpPr>
        <p:spPr>
          <a:xfrm>
            <a:off x="6959938" y="2654100"/>
            <a:ext cx="1940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5" name="Google Shape;985;p65"/>
          <p:cNvSpPr txBox="1"/>
          <p:nvPr>
            <p:ph idx="9" type="subTitle"/>
          </p:nvPr>
        </p:nvSpPr>
        <p:spPr>
          <a:xfrm>
            <a:off x="6959963" y="3466500"/>
            <a:ext cx="19407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6" name="Google Shape;986;p65"/>
          <p:cNvSpPr txBox="1"/>
          <p:nvPr>
            <p:ph idx="13" type="subTitle"/>
          </p:nvPr>
        </p:nvSpPr>
        <p:spPr>
          <a:xfrm>
            <a:off x="5019275" y="4642725"/>
            <a:ext cx="19407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7" name="Google Shape;987;p65"/>
          <p:cNvSpPr txBox="1"/>
          <p:nvPr>
            <p:ph idx="14" type="title"/>
          </p:nvPr>
        </p:nvSpPr>
        <p:spPr>
          <a:xfrm>
            <a:off x="5019250" y="3830325"/>
            <a:ext cx="1940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8" name="Google Shape;988;p65"/>
          <p:cNvSpPr txBox="1"/>
          <p:nvPr>
            <p:ph idx="15" type="title"/>
          </p:nvPr>
        </p:nvSpPr>
        <p:spPr>
          <a:xfrm>
            <a:off x="6959938" y="3830325"/>
            <a:ext cx="1940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9" name="Google Shape;989;p65"/>
          <p:cNvSpPr txBox="1"/>
          <p:nvPr>
            <p:ph idx="16" type="subTitle"/>
          </p:nvPr>
        </p:nvSpPr>
        <p:spPr>
          <a:xfrm>
            <a:off x="6959963" y="4642725"/>
            <a:ext cx="19407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90" name="Google Shape;990;p65"/>
          <p:cNvSpPr txBox="1"/>
          <p:nvPr>
            <p:ph idx="17" type="subTitle"/>
          </p:nvPr>
        </p:nvSpPr>
        <p:spPr>
          <a:xfrm>
            <a:off x="5019275" y="1217450"/>
            <a:ext cx="36033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al Update - Employees highlight">
  <p:cSld name="CUSTOM_2">
    <p:bg>
      <p:bgPr>
        <a:solidFill>
          <a:schemeClr val="lt2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66"/>
          <p:cNvSpPr/>
          <p:nvPr>
            <p:ph idx="2" type="pic"/>
          </p:nvPr>
        </p:nvSpPr>
        <p:spPr>
          <a:xfrm>
            <a:off x="5212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3" name="Google Shape;993;p66"/>
          <p:cNvSpPr/>
          <p:nvPr>
            <p:ph idx="3" type="pic"/>
          </p:nvPr>
        </p:nvSpPr>
        <p:spPr>
          <a:xfrm>
            <a:off x="33957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4" name="Google Shape;994;p66"/>
          <p:cNvSpPr/>
          <p:nvPr>
            <p:ph idx="4" type="pic"/>
          </p:nvPr>
        </p:nvSpPr>
        <p:spPr>
          <a:xfrm>
            <a:off x="6269136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6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6" name="Google Shape;996;p66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7" name="Google Shape;997;p66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8" name="Google Shape;998;p6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999" name="Google Shape;999;p6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6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6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6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6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4" name="Google Shape;1004;p66"/>
          <p:cNvSpPr txBox="1"/>
          <p:nvPr>
            <p:ph idx="7" type="title"/>
          </p:nvPr>
        </p:nvSpPr>
        <p:spPr>
          <a:xfrm>
            <a:off x="526800" y="846475"/>
            <a:ext cx="2868900" cy="116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5" name="Google Shape;1005;p66"/>
          <p:cNvSpPr txBox="1"/>
          <p:nvPr>
            <p:ph idx="8" type="title"/>
          </p:nvPr>
        </p:nvSpPr>
        <p:spPr>
          <a:xfrm>
            <a:off x="3395769" y="846475"/>
            <a:ext cx="2874600" cy="116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6" name="Google Shape;1006;p66"/>
          <p:cNvSpPr txBox="1"/>
          <p:nvPr>
            <p:ph idx="9" type="title"/>
          </p:nvPr>
        </p:nvSpPr>
        <p:spPr>
          <a:xfrm>
            <a:off x="6269150" y="846475"/>
            <a:ext cx="2874600" cy="116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Project - Timeline ">
  <p:cSld name="CUSTOM_3">
    <p:bg>
      <p:bgPr>
        <a:solidFill>
          <a:schemeClr val="lt2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67"/>
          <p:cNvSpPr txBox="1"/>
          <p:nvPr>
            <p:ph type="title"/>
          </p:nvPr>
        </p:nvSpPr>
        <p:spPr>
          <a:xfrm>
            <a:off x="6995500" y="1307575"/>
            <a:ext cx="2148300" cy="112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9" name="Google Shape;1009;p67"/>
          <p:cNvSpPr txBox="1"/>
          <p:nvPr>
            <p:ph idx="2" type="title"/>
          </p:nvPr>
        </p:nvSpPr>
        <p:spPr>
          <a:xfrm>
            <a:off x="4839050" y="1307575"/>
            <a:ext cx="2155500" cy="112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0" name="Google Shape;1010;p67"/>
          <p:cNvSpPr txBox="1"/>
          <p:nvPr>
            <p:ph idx="3" type="title"/>
          </p:nvPr>
        </p:nvSpPr>
        <p:spPr>
          <a:xfrm>
            <a:off x="2683550" y="1307575"/>
            <a:ext cx="2155500" cy="112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1" name="Google Shape;1011;p67"/>
          <p:cNvSpPr txBox="1"/>
          <p:nvPr>
            <p:ph idx="4" type="title"/>
          </p:nvPr>
        </p:nvSpPr>
        <p:spPr>
          <a:xfrm>
            <a:off x="521350" y="1307575"/>
            <a:ext cx="2161800" cy="112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2" name="Google Shape;1012;p67"/>
          <p:cNvSpPr txBox="1"/>
          <p:nvPr>
            <p:ph idx="1" type="body"/>
          </p:nvPr>
        </p:nvSpPr>
        <p:spPr>
          <a:xfrm>
            <a:off x="6995400" y="2606275"/>
            <a:ext cx="21483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3" name="Google Shape;1013;p67"/>
          <p:cNvSpPr txBox="1"/>
          <p:nvPr>
            <p:ph idx="5" type="body"/>
          </p:nvPr>
        </p:nvSpPr>
        <p:spPr>
          <a:xfrm>
            <a:off x="4838950" y="2606275"/>
            <a:ext cx="21555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4" name="Google Shape;1014;p67"/>
          <p:cNvSpPr txBox="1"/>
          <p:nvPr>
            <p:ph idx="6" type="body"/>
          </p:nvPr>
        </p:nvSpPr>
        <p:spPr>
          <a:xfrm>
            <a:off x="2683450" y="2606275"/>
            <a:ext cx="21555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5" name="Google Shape;1015;p67"/>
          <p:cNvSpPr txBox="1"/>
          <p:nvPr>
            <p:ph idx="7" type="body"/>
          </p:nvPr>
        </p:nvSpPr>
        <p:spPr>
          <a:xfrm>
            <a:off x="521250" y="2606275"/>
            <a:ext cx="21618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1016" name="Google Shape;1016;p67"/>
          <p:cNvCxnSpPr/>
          <p:nvPr/>
        </p:nvCxnSpPr>
        <p:spPr>
          <a:xfrm>
            <a:off x="483907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7" name="Google Shape;1017;p67"/>
          <p:cNvCxnSpPr/>
          <p:nvPr/>
        </p:nvCxnSpPr>
        <p:spPr>
          <a:xfrm>
            <a:off x="69950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p67"/>
          <p:cNvCxnSpPr/>
          <p:nvPr/>
        </p:nvCxnSpPr>
        <p:spPr>
          <a:xfrm>
            <a:off x="26831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9" name="Google Shape;1019;p67"/>
          <p:cNvSpPr txBox="1"/>
          <p:nvPr>
            <p:ph idx="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20" name="Google Shape;1020;p67"/>
          <p:cNvSpPr txBox="1"/>
          <p:nvPr>
            <p:ph idx="9" type="title"/>
          </p:nvPr>
        </p:nvSpPr>
        <p:spPr>
          <a:xfrm flipH="1">
            <a:off x="521450" y="666257"/>
            <a:ext cx="81012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21" name="Google Shape;1021;p67"/>
          <p:cNvSpPr txBox="1"/>
          <p:nvPr>
            <p:ph idx="13" type="subTitle"/>
          </p:nvPr>
        </p:nvSpPr>
        <p:spPr>
          <a:xfrm>
            <a:off x="521250" y="334925"/>
            <a:ext cx="81018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022" name="Google Shape;1022;p6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6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6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5" name="Google Shape;1025;p6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6" name="Google Shape;1026;p67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7" name="Google Shape;1027;p67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28" name="Google Shape;1028;p67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1">
  <p:cSld name="BLANK_1_1_1_1_1_1_1_1_1_1_2_1">
    <p:bg>
      <p:bgPr>
        <a:solidFill>
          <a:schemeClr val="dk2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6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1" name="Google Shape;1031;p6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2" name="Google Shape;1032;p6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33" name="Google Shape;1033;p6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4" name="Google Shape;1034;p6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p6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6" name="Google Shape;1036;p6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BLANK_1_1_1_1_1_1_1_1_1_1_2_1_1">
    <p:bg>
      <p:bgPr>
        <a:solidFill>
          <a:schemeClr val="lt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8" name="Google Shape;1038;p6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6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0" name="Google Shape;1040;p6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1" name="Google Shape;1041;p6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_1_1_1">
    <p:bg>
      <p:bgPr>
        <a:solidFill>
          <a:schemeClr val="lt2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70"/>
          <p:cNvSpPr txBox="1"/>
          <p:nvPr>
            <p:ph idx="1" type="subTitle"/>
          </p:nvPr>
        </p:nvSpPr>
        <p:spPr>
          <a:xfrm>
            <a:off x="5208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4" name="Google Shape;1044;p70"/>
          <p:cNvSpPr txBox="1"/>
          <p:nvPr>
            <p:ph idx="2" type="subTitle"/>
          </p:nvPr>
        </p:nvSpPr>
        <p:spPr>
          <a:xfrm>
            <a:off x="408925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5" name="Google Shape;1045;p70"/>
          <p:cNvSpPr txBox="1"/>
          <p:nvPr>
            <p:ph idx="3" type="subTitle"/>
          </p:nvPr>
        </p:nvSpPr>
        <p:spPr>
          <a:xfrm>
            <a:off x="6773250" y="-175"/>
            <a:ext cx="1848900" cy="335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46" name="Google Shape;1046;p70"/>
          <p:cNvCxnSpPr/>
          <p:nvPr/>
        </p:nvCxnSpPr>
        <p:spPr>
          <a:xfrm>
            <a:off x="5208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70"/>
          <p:cNvCxnSpPr/>
          <p:nvPr/>
        </p:nvCxnSpPr>
        <p:spPr>
          <a:xfrm>
            <a:off x="52080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70"/>
          <p:cNvCxnSpPr/>
          <p:nvPr/>
        </p:nvCxnSpPr>
        <p:spPr>
          <a:xfrm>
            <a:off x="677330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70"/>
          <p:cNvCxnSpPr/>
          <p:nvPr/>
        </p:nvCxnSpPr>
        <p:spPr>
          <a:xfrm>
            <a:off x="862352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3">
  <p:cSld name="BLANK_1_1_1_1_1_1_1_1_1_1_2_2">
    <p:bg>
      <p:bgPr>
        <a:solidFill>
          <a:schemeClr val="lt2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71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52" name="Google Shape;1052;p71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53" name="Google Shape;1053;p7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54" name="Google Shape;1054;p7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p7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p7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7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8" name="Google Shape;1058;p7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4">
  <p:cSld name="BLANK_1_1_1_1_1_1_1_1_1_1_2_1_2">
    <p:bg>
      <p:bgPr>
        <a:solidFill>
          <a:schemeClr val="dk2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7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1" name="Google Shape;1061;p72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2" name="Google Shape;1062;p7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63" name="Google Shape;1063;p7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7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5" name="Google Shape;1065;p7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7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7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5">
  <p:cSld name="BLANK_1_1_1_1_1_1_1_1_1_1_2_1_1_2">
    <p:bg>
      <p:bgPr>
        <a:solidFill>
          <a:schemeClr val="lt1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73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0" name="Google Shape;1070;p73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1" name="Google Shape;1071;p7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72" name="Google Shape;1072;p7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p7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p7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p7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6" name="Google Shape;1076;p7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solidFill>
          <a:schemeClr val="lt2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74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079" name="Google Shape;1079;p7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7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7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2" name="Google Shape;1082;p7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3" name="Google Shape;1083;p7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084" name="Google Shape;1084;p7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5" name="Google Shape;1085;p74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lt2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75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088" name="Google Shape;1088;p7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9" name="Google Shape;1089;p7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0" name="Google Shape;1090;p7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1" name="Google Shape;1091;p7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2" name="Google Shape;1092;p7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093" name="Google Shape;1093;p7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4" name="Google Shape;1094;p75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95" name="Google Shape;1095;p75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6" name="Google Shape;1096;p75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7" name="Google Shape;1097;p75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BLANK_1_1_1_1_1_1_1_1_1_1_1_1_1">
    <p:bg>
      <p:bgPr>
        <a:solidFill>
          <a:schemeClr val="lt2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oogle Shape;1099;p76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00" name="Google Shape;1100;p7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1" name="Google Shape;1101;p7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2" name="Google Shape;1102;p7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3" name="Google Shape;1103;p76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04" name="Google Shape;1104;p7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5" name="Google Shape;1105;p7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6" name="Google Shape;1106;p7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07" name="Google Shape;1107;p76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8" name="Google Shape;1108;p76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9" name="Google Shape;1109;p76"/>
          <p:cNvSpPr txBox="1"/>
          <p:nvPr>
            <p:ph idx="1" type="subTitle"/>
          </p:nvPr>
        </p:nvSpPr>
        <p:spPr>
          <a:xfrm>
            <a:off x="1042075" y="882450"/>
            <a:ext cx="19851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10" name="Google Shape;1110;p76"/>
          <p:cNvSpPr txBox="1"/>
          <p:nvPr>
            <p:ph idx="2" type="subTitle"/>
          </p:nvPr>
        </p:nvSpPr>
        <p:spPr>
          <a:xfrm>
            <a:off x="1042100" y="3015800"/>
            <a:ext cx="19851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cxnSp>
        <p:nvCxnSpPr>
          <p:cNvPr id="1111" name="Google Shape;1111;p7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7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7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7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5" name="Google Shape;1115;p7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6" name="Google Shape;1116;p76"/>
          <p:cNvSpPr txBox="1"/>
          <p:nvPr>
            <p:ph idx="3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17" name="Google Shape;1117;p76"/>
          <p:cNvSpPr txBox="1"/>
          <p:nvPr>
            <p:ph idx="4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18" name="Google Shape;1118;p76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19" name="Google Shape;1119;p76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BLANK_1_1_1_1_1_1_1_1_1_1_1_1_1_2">
    <p:bg>
      <p:bgPr>
        <a:solidFill>
          <a:schemeClr val="lt2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77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22" name="Google Shape;1122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3" name="Google Shape;1123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4" name="Google Shape;1124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5" name="Google Shape;1125;p77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26" name="Google Shape;1126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7" name="Google Shape;1127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8" name="Google Shape;1128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29" name="Google Shape;1129;p77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0" name="Google Shape;1130;p77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1" name="Google Shape;1131;p77"/>
          <p:cNvSpPr txBox="1"/>
          <p:nvPr>
            <p:ph type="title"/>
          </p:nvPr>
        </p:nvSpPr>
        <p:spPr>
          <a:xfrm>
            <a:off x="1042100" y="886425"/>
            <a:ext cx="19794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300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32" name="Google Shape;1132;p77"/>
          <p:cNvSpPr txBox="1"/>
          <p:nvPr>
            <p:ph idx="2" type="title"/>
          </p:nvPr>
        </p:nvSpPr>
        <p:spPr>
          <a:xfrm>
            <a:off x="1042100" y="3023907"/>
            <a:ext cx="19851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300" spcFirstLastPara="1" rIns="18287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33" name="Google Shape;1133;p77"/>
          <p:cNvSpPr txBox="1"/>
          <p:nvPr>
            <p:ph idx="1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34" name="Google Shape;1134;p7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35" name="Google Shape;1135;p77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136" name="Google Shape;1136;p7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7" name="Google Shape;1137;p7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8" name="Google Shape;1138;p77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7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p7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1" name="Google Shape;1141;p77"/>
          <p:cNvSpPr txBox="1"/>
          <p:nvPr>
            <p:ph idx="5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2" name="Google Shape;1142;p77"/>
          <p:cNvSpPr txBox="1"/>
          <p:nvPr>
            <p:ph idx="6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3" name="Google Shape;1143;p77"/>
          <p:cNvSpPr txBox="1"/>
          <p:nvPr>
            <p:ph idx="7"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44" name="Google Shape;1144;p77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BLANK_1_1_1_1_1_1_1_1_1_1_1_1_1_1">
    <p:bg>
      <p:bgPr>
        <a:solidFill>
          <a:schemeClr val="lt2"/>
        </a:solid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" name="Google Shape;1146;p78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47" name="Google Shape;1147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8" name="Google Shape;1148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9" name="Google Shape;1149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0" name="Google Shape;1150;p78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51" name="Google Shape;1151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2" name="Google Shape;1152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3" name="Google Shape;1153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4" name="Google Shape;1154;p78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55" name="Google Shape;1155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6" name="Google Shape;1156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7" name="Google Shape;1157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58" name="Google Shape;1158;p78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59" name="Google Shape;1159;p78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0" name="Google Shape;1160;p78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1" name="Google Shape;1161;p78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2" name="Google Shape;1162;p78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3" name="Google Shape;1163;p78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64" name="Google Shape;1164;p7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5" name="Google Shape;1165;p7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6" name="Google Shape;1166;p7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7" name="Google Shape;1167;p7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8" name="Google Shape;1168;p78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9" name="Google Shape;1169;p78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70" name="Google Shape;1170;p78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1" name="Google Shape;1171;p78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72" name="Google Shape;1172;p78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73" name="Google Shape;1173;p78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bg>
      <p:bgPr>
        <a:solidFill>
          <a:schemeClr val="lt2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5" name="Google Shape;1175;p79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76" name="Google Shape;1176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7" name="Google Shape;1177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8" name="Google Shape;1178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9" name="Google Shape;1179;p79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80" name="Google Shape;1180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1" name="Google Shape;1181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2" name="Google Shape;1182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3" name="Google Shape;1183;p79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84" name="Google Shape;1184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5" name="Google Shape;1185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6" name="Google Shape;1186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87" name="Google Shape;1187;p79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88" name="Google Shape;1188;p79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89" name="Google Shape;1189;p79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0" name="Google Shape;1190;p79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1" name="Google Shape;1191;p79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92" name="Google Shape;1192;p79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93" name="Google Shape;1193;p7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4" name="Google Shape;1194;p7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5" name="Google Shape;1195;p7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6" name="Google Shape;1196;p7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7" name="Google Shape;1197;p79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8" name="Google Shape;1198;p79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99" name="Google Shape;1199;p79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0" name="Google Shape;1200;p79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1" name="Google Shape;1201;p79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2" name="Google Shape;1202;p79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3" name="Google Shape;1203;p79"/>
          <p:cNvSpPr txBox="1"/>
          <p:nvPr>
            <p:ph idx="7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04" name="Google Shape;1204;p79"/>
          <p:cNvSpPr txBox="1"/>
          <p:nvPr>
            <p:ph idx="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05" name="Google Shape;1205;p79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2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7" name="Google Shape;1207;p80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08" name="Google Shape;1208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9" name="Google Shape;1209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0" name="Google Shape;1210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1" name="Google Shape;1211;p80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12" name="Google Shape;1212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3" name="Google Shape;1213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4" name="Google Shape;1214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5" name="Google Shape;1215;p80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16" name="Google Shape;1216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7" name="Google Shape;1217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8" name="Google Shape;1218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19" name="Google Shape;1219;p80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0" name="Google Shape;1220;p80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1" name="Google Shape;1221;p80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2" name="Google Shape;1222;p80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3" name="Google Shape;1223;p80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224" name="Google Shape;1224;p80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25" name="Google Shape;1225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6" name="Google Shape;1226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7" name="Google Shape;1227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28" name="Google Shape;1228;p80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29" name="Google Shape;1229;p80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0" name="Google Shape;1230;p80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31" name="Google Shape;1231;p8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2" name="Google Shape;1232;p8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3" name="Google Shape;1233;p8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4" name="Google Shape;1234;p8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5" name="Google Shape;1235;p80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6" name="Google Shape;1236;p80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7" name="Google Shape;1237;p80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38" name="Google Shape;1238;p80"/>
          <p:cNvSpPr txBox="1"/>
          <p:nvPr>
            <p:ph idx="5" type="subTitle"/>
          </p:nvPr>
        </p:nvSpPr>
        <p:spPr>
          <a:xfrm>
            <a:off x="1042088" y="882450"/>
            <a:ext cx="1985100" cy="10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39" name="Google Shape;1239;p80"/>
          <p:cNvSpPr txBox="1"/>
          <p:nvPr>
            <p:ph idx="6" type="subTitle"/>
          </p:nvPr>
        </p:nvSpPr>
        <p:spPr>
          <a:xfrm>
            <a:off x="1042088" y="1949550"/>
            <a:ext cx="19851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0" name="Google Shape;1240;p80"/>
          <p:cNvSpPr txBox="1"/>
          <p:nvPr>
            <p:ph idx="7" type="subTitle"/>
          </p:nvPr>
        </p:nvSpPr>
        <p:spPr>
          <a:xfrm>
            <a:off x="1042088" y="3008275"/>
            <a:ext cx="19851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1" name="Google Shape;1241;p80"/>
          <p:cNvSpPr txBox="1"/>
          <p:nvPr>
            <p:ph idx="8" type="subTitle"/>
          </p:nvPr>
        </p:nvSpPr>
        <p:spPr>
          <a:xfrm>
            <a:off x="1042088" y="4082950"/>
            <a:ext cx="1985100" cy="10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2"/>
        </a:solid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3" name="Google Shape;1243;p81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44" name="Google Shape;1244;p8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5" name="Google Shape;1245;p8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46" name="Google Shape;1246;p8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7" name="Google Shape;1247;p81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48" name="Google Shape;1248;p8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9" name="Google Shape;1249;p8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0" name="Google Shape;1250;p8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1" name="Google Shape;1251;p81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52" name="Google Shape;1252;p8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3" name="Google Shape;1253;p8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4" name="Google Shape;1254;p8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5" name="Google Shape;1255;p81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56" name="Google Shape;1256;p8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7" name="Google Shape;1257;p8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8" name="Google Shape;1258;p8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59" name="Google Shape;1259;p81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0" name="Google Shape;1260;p81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1" name="Google Shape;1261;p81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2" name="Google Shape;1262;p81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3" name="Google Shape;1263;p81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4" name="Google Shape;1264;p81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5" name="Google Shape;1265;p81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6" name="Google Shape;1266;p81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67" name="Google Shape;1267;p8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p8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9" name="Google Shape;1269;p8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0" name="Google Shape;1270;p8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1" name="Google Shape;1271;p81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2" name="Google Shape;1272;p81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3" name="Google Shape;1273;p81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74" name="Google Shape;1274;p81"/>
          <p:cNvSpPr txBox="1"/>
          <p:nvPr>
            <p:ph idx="5" type="subTitle"/>
          </p:nvPr>
        </p:nvSpPr>
        <p:spPr>
          <a:xfrm>
            <a:off x="1042100" y="882450"/>
            <a:ext cx="1985100" cy="10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5" name="Google Shape;1275;p81"/>
          <p:cNvSpPr txBox="1"/>
          <p:nvPr>
            <p:ph idx="6" type="subTitle"/>
          </p:nvPr>
        </p:nvSpPr>
        <p:spPr>
          <a:xfrm>
            <a:off x="1042100" y="1949550"/>
            <a:ext cx="19851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6" name="Google Shape;1276;p81"/>
          <p:cNvSpPr txBox="1"/>
          <p:nvPr>
            <p:ph idx="7" type="subTitle"/>
          </p:nvPr>
        </p:nvSpPr>
        <p:spPr>
          <a:xfrm>
            <a:off x="1042100" y="3008275"/>
            <a:ext cx="19851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7" name="Google Shape;1277;p81"/>
          <p:cNvSpPr txBox="1"/>
          <p:nvPr>
            <p:ph idx="8" type="subTitle"/>
          </p:nvPr>
        </p:nvSpPr>
        <p:spPr>
          <a:xfrm>
            <a:off x="1042100" y="4082950"/>
            <a:ext cx="1985100" cy="10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18287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8" name="Google Shape;1278;p81"/>
          <p:cNvSpPr txBox="1"/>
          <p:nvPr>
            <p:ph idx="9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79" name="Google Shape;1279;p81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80" name="Google Shape;1280;p81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BLANK_1_1_1_1_1_1_1_1_1_1_1_1_1_1_1_1">
    <p:bg>
      <p:bgPr>
        <a:solidFill>
          <a:schemeClr val="lt2"/>
        </a:solidFill>
      </p:bgPr>
    </p:bg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82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283" name="Google Shape;1283;p8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284" name="Google Shape;1284;p8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5" name="Google Shape;1285;p8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6" name="Google Shape;1286;p8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8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8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_2">
    <p:bg>
      <p:bgPr>
        <a:solidFill>
          <a:schemeClr val="lt2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83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291" name="Google Shape;1291;p8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292" name="Google Shape;1292;p8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3" name="Google Shape;1293;p8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4" name="Google Shape;1294;p8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5" name="Google Shape;1295;p8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6" name="Google Shape;1296;p8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7" name="Google Shape;1297;p83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8" name="Google Shape;1298;p83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9" name="Google Shape;1299;p83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BLANK_1_1_1_1_1_1_1_1_1_1_1_1_1_1_1_1_1">
    <p:bg>
      <p:bgPr>
        <a:solidFill>
          <a:schemeClr val="lt2"/>
        </a:solidFill>
      </p:bgPr>
    </p:bg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84"/>
          <p:cNvSpPr/>
          <p:nvPr>
            <p:ph idx="2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02" name="Google Shape;1302;p84"/>
          <p:cNvSpPr/>
          <p:nvPr>
            <p:ph idx="3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03" name="Google Shape;1303;p8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04" name="Google Shape;1304;p8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5" name="Google Shape;1305;p8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6" name="Google Shape;1306;p8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7" name="Google Shape;1307;p8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8" name="Google Shape;1308;p8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9" name="Google Shape;1309;p84"/>
          <p:cNvSpPr txBox="1"/>
          <p:nvPr>
            <p:ph idx="1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10" name="Google Shape;1310;p84"/>
          <p:cNvSpPr txBox="1"/>
          <p:nvPr>
            <p:ph idx="4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11" name="Google Shape;1311;p84"/>
          <p:cNvSpPr txBox="1"/>
          <p:nvPr>
            <p:ph idx="5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12" name="Google Shape;1312;p84"/>
          <p:cNvSpPr txBox="1"/>
          <p:nvPr>
            <p:ph idx="6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1">
  <p:cSld name="BLANK_1_1_1_1_1_1_1_1_1_1_1_1_1_1_1_1_1_2">
    <p:bg>
      <p:bgPr>
        <a:solidFill>
          <a:schemeClr val="lt2"/>
        </a:solidFill>
      </p:bgPr>
    </p:bg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85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5" name="Google Shape;1315;p85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6" name="Google Shape;1316;p8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7" name="Google Shape;1317;p85"/>
          <p:cNvSpPr/>
          <p:nvPr>
            <p:ph idx="4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8" name="Google Shape;1318;p85"/>
          <p:cNvSpPr/>
          <p:nvPr>
            <p:ph idx="5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9" name="Google Shape;1319;p8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20" name="Google Shape;1320;p8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1" name="Google Shape;1321;p8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2" name="Google Shape;1322;p8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3" name="Google Shape;1323;p8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4" name="Google Shape;1324;p8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5" name="Google Shape;1325;p85"/>
          <p:cNvSpPr txBox="1"/>
          <p:nvPr>
            <p:ph idx="6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26" name="Google Shape;1326;p85"/>
          <p:cNvSpPr txBox="1"/>
          <p:nvPr>
            <p:ph idx="7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27" name="Google Shape;1327;p85"/>
          <p:cNvSpPr txBox="1"/>
          <p:nvPr>
            <p:ph idx="8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28" name="Google Shape;1328;p85"/>
          <p:cNvSpPr txBox="1"/>
          <p:nvPr>
            <p:ph idx="9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solidFill>
          <a:schemeClr val="lt2"/>
        </a:solidFill>
      </p:bgPr>
    </p:bg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86"/>
          <p:cNvSpPr/>
          <p:nvPr>
            <p:ph idx="2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1" name="Google Shape;1331;p86"/>
          <p:cNvSpPr/>
          <p:nvPr>
            <p:ph idx="3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2" name="Google Shape;1332;p86"/>
          <p:cNvSpPr/>
          <p:nvPr>
            <p:ph idx="4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3" name="Google Shape;1333;p8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34" name="Google Shape;1334;p8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5" name="Google Shape;1335;p8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6" name="Google Shape;1336;p8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7" name="Google Shape;1337;p8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8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9" name="Google Shape;1339;p86"/>
          <p:cNvSpPr txBox="1"/>
          <p:nvPr>
            <p:ph idx="1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0" name="Google Shape;1340;p86"/>
          <p:cNvSpPr txBox="1"/>
          <p:nvPr>
            <p:ph idx="5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1" name="Google Shape;1341;p86"/>
          <p:cNvSpPr txBox="1"/>
          <p:nvPr>
            <p:ph idx="6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2" name="Google Shape;1342;p86"/>
          <p:cNvSpPr txBox="1"/>
          <p:nvPr>
            <p:ph idx="7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43" name="Google Shape;1343;p86"/>
          <p:cNvSpPr txBox="1"/>
          <p:nvPr>
            <p:ph idx="8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44" name="Google Shape;1344;p86"/>
          <p:cNvSpPr txBox="1"/>
          <p:nvPr>
            <p:ph idx="9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bg>
      <p:bgPr>
        <a:solidFill>
          <a:schemeClr val="lt2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87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7" name="Google Shape;1347;p87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8" name="Google Shape;1348;p8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9" name="Google Shape;1349;p87"/>
          <p:cNvSpPr/>
          <p:nvPr>
            <p:ph idx="4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0" name="Google Shape;1350;p87"/>
          <p:cNvSpPr/>
          <p:nvPr>
            <p:ph idx="5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1" name="Google Shape;1351;p87"/>
          <p:cNvSpPr/>
          <p:nvPr>
            <p:ph idx="6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2" name="Google Shape;1352;p8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53" name="Google Shape;1353;p8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4" name="Google Shape;1354;p8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5" name="Google Shape;1355;p8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6" name="Google Shape;1356;p8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7" name="Google Shape;1357;p8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8" name="Google Shape;1358;p87"/>
          <p:cNvSpPr txBox="1"/>
          <p:nvPr>
            <p:ph idx="7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9" name="Google Shape;1359;p87"/>
          <p:cNvSpPr txBox="1"/>
          <p:nvPr>
            <p:ph idx="8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60" name="Google Shape;1360;p87"/>
          <p:cNvSpPr txBox="1"/>
          <p:nvPr>
            <p:ph idx="9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61" name="Google Shape;1361;p87"/>
          <p:cNvSpPr txBox="1"/>
          <p:nvPr>
            <p:ph idx="13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62" name="Google Shape;1362;p87"/>
          <p:cNvSpPr txBox="1"/>
          <p:nvPr>
            <p:ph idx="14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63" name="Google Shape;1363;p87"/>
          <p:cNvSpPr txBox="1"/>
          <p:nvPr>
            <p:ph idx="15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">
    <p:bg>
      <p:bgPr>
        <a:solidFill>
          <a:schemeClr val="lt2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88"/>
          <p:cNvSpPr/>
          <p:nvPr>
            <p:ph idx="2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66" name="Google Shape;1366;p8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7" name="Google Shape;1367;p8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8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9" name="Google Shape;1369;p8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- ALT 1">
  <p:cSld name="BLANK_1_1_1_1_1_1_1_1_1_1_1_1_1_1_1_1_1_1_1_2">
    <p:bg>
      <p:bgPr>
        <a:solidFill>
          <a:schemeClr val="lt2"/>
        </a:solidFill>
      </p:bgPr>
    </p:bg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89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2" name="Google Shape;1372;p89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3" name="Google Shape;1373;p89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4" name="Google Shape;1374;p89"/>
          <p:cNvSpPr/>
          <p:nvPr>
            <p:ph idx="4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75" name="Google Shape;1375;p8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6" name="Google Shape;1376;p8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7" name="Google Shape;1377;p8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8" name="Google Shape;1378;p8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BLANK_1_1_1_1_1_1_1_1_1_1_1_1_1_1_1_1_1_1_1_1">
    <p:bg>
      <p:bgPr>
        <a:solidFill>
          <a:schemeClr val="lt2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90"/>
          <p:cNvSpPr/>
          <p:nvPr>
            <p:ph idx="2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1" name="Google Shape;1381;p90"/>
          <p:cNvSpPr/>
          <p:nvPr>
            <p:ph idx="3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2" name="Google Shape;1382;p90"/>
          <p:cNvSpPr/>
          <p:nvPr>
            <p:ph idx="4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3" name="Google Shape;1383;p90"/>
          <p:cNvSpPr/>
          <p:nvPr>
            <p:ph idx="5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4" name="Google Shape;1384;p90"/>
          <p:cNvSpPr/>
          <p:nvPr>
            <p:ph idx="6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5" name="Google Shape;1385;p90"/>
          <p:cNvSpPr/>
          <p:nvPr>
            <p:ph idx="7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6" name="Google Shape;1386;p90"/>
          <p:cNvSpPr/>
          <p:nvPr>
            <p:ph idx="8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7" name="Google Shape;1387;p90"/>
          <p:cNvSpPr/>
          <p:nvPr>
            <p:ph idx="9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8" name="Google Shape;1388;p90"/>
          <p:cNvSpPr/>
          <p:nvPr>
            <p:ph idx="13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89" name="Google Shape;1389;p9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0" name="Google Shape;1390;p9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1" name="Google Shape;1391;p9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2" name="Google Shape;1392;p9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3" name="Google Shape;1393;p9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94" name="Google Shape;1394;p9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- ALT 1">
  <p:cSld name="BLANK_1_1_1_1_1_1_1_1_1_1_1_1_1_1_1_1_1_1_1_1_1">
    <p:bg>
      <p:bgPr>
        <a:solidFill>
          <a:schemeClr val="lt2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91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7" name="Google Shape;1397;p91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8" name="Google Shape;1398;p91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9" name="Google Shape;1399;p91"/>
          <p:cNvSpPr/>
          <p:nvPr>
            <p:ph idx="4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0" name="Google Shape;1400;p91"/>
          <p:cNvSpPr/>
          <p:nvPr>
            <p:ph idx="5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1" name="Google Shape;1401;p91"/>
          <p:cNvSpPr/>
          <p:nvPr>
            <p:ph idx="6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2" name="Google Shape;1402;p91"/>
          <p:cNvSpPr/>
          <p:nvPr>
            <p:ph idx="7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3" name="Google Shape;1403;p91"/>
          <p:cNvSpPr/>
          <p:nvPr>
            <p:ph idx="8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4" name="Google Shape;1404;p91"/>
          <p:cNvSpPr/>
          <p:nvPr>
            <p:ph idx="9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5" name="Google Shape;1405;p91"/>
          <p:cNvSpPr/>
          <p:nvPr>
            <p:ph idx="13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6" name="Google Shape;1406;p91"/>
          <p:cNvSpPr/>
          <p:nvPr>
            <p:ph idx="14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7" name="Google Shape;1407;p91"/>
          <p:cNvSpPr/>
          <p:nvPr>
            <p:ph idx="15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08" name="Google Shape;1408;p9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9" name="Google Shape;1409;p9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0" name="Google Shape;1410;p9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1" name="Google Shape;1411;p9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2" name="Google Shape;1412;p9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13" name="Google Shape;1413;p9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9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6" name="Google Shape;1416;p9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9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9" name="Google Shape;1419;p9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0" name="Google Shape;1420;p9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1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"/>
          <p:cNvSpPr txBox="1"/>
          <p:nvPr>
            <p:ph type="title"/>
          </p:nvPr>
        </p:nvSpPr>
        <p:spPr>
          <a:xfrm>
            <a:off x="569175" y="1215050"/>
            <a:ext cx="8100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20"/>
              <a:buFont typeface="Calibri"/>
              <a:buNone/>
            </a:pPr>
            <a:r>
              <a:rPr b="1" lang="en" sz="352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Preference-Based Training</a:t>
            </a:r>
            <a:endParaRPr sz="35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20"/>
              <a:buFont typeface="Calibri"/>
              <a:buNone/>
            </a:pPr>
            <a:r>
              <a:rPr b="1" lang="en" sz="352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Legal Bail Prediction</a:t>
            </a:r>
            <a:endParaRPr sz="35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4627"/>
          </a:p>
        </p:txBody>
      </p:sp>
      <p:sp>
        <p:nvSpPr>
          <p:cNvPr id="1427" name="Google Shape;1427;p1"/>
          <p:cNvSpPr txBox="1"/>
          <p:nvPr>
            <p:ph idx="1" type="subTitle"/>
          </p:nvPr>
        </p:nvSpPr>
        <p:spPr>
          <a:xfrm>
            <a:off x="521800" y="3666025"/>
            <a:ext cx="27258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Aryan Sawant U23AI042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Jaya Bhati U23AI043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/>
              <a:t>Kuruv Patel U23AI051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2" name="Google Shape;1432;p2"/>
          <p:cNvCxnSpPr/>
          <p:nvPr/>
        </p:nvCxnSpPr>
        <p:spPr>
          <a:xfrm>
            <a:off x="475125" y="347000"/>
            <a:ext cx="8666100" cy="1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3" name="Google Shape;1433;p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4" name="Google Shape;1434;p2"/>
          <p:cNvCxnSpPr/>
          <p:nvPr/>
        </p:nvCxnSpPr>
        <p:spPr>
          <a:xfrm flipH="1" rot="10800000">
            <a:off x="475125" y="1327275"/>
            <a:ext cx="8654100" cy="4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2"/>
          <p:cNvCxnSpPr/>
          <p:nvPr/>
        </p:nvCxnSpPr>
        <p:spPr>
          <a:xfrm>
            <a:off x="4716813" y="1331775"/>
            <a:ext cx="0" cy="3835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2"/>
          <p:cNvCxnSpPr/>
          <p:nvPr/>
        </p:nvCxnSpPr>
        <p:spPr>
          <a:xfrm>
            <a:off x="2458888" y="1331775"/>
            <a:ext cx="0" cy="3835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2"/>
          <p:cNvCxnSpPr/>
          <p:nvPr/>
        </p:nvCxnSpPr>
        <p:spPr>
          <a:xfrm>
            <a:off x="6912825" y="1331787"/>
            <a:ext cx="0" cy="3835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8" name="Google Shape;1438;p2"/>
          <p:cNvSpPr txBox="1"/>
          <p:nvPr>
            <p:ph idx="20" type="title"/>
          </p:nvPr>
        </p:nvSpPr>
        <p:spPr>
          <a:xfrm flipH="1">
            <a:off x="292194" y="500549"/>
            <a:ext cx="7576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600"/>
              <a:t>The Core Architecture &amp; Theory</a:t>
            </a:r>
            <a:endParaRPr sz="2600"/>
          </a:p>
        </p:txBody>
      </p:sp>
      <p:sp>
        <p:nvSpPr>
          <p:cNvPr id="1439" name="Google Shape;1439;p2"/>
          <p:cNvSpPr txBox="1"/>
          <p:nvPr>
            <p:ph type="title"/>
          </p:nvPr>
        </p:nvSpPr>
        <p:spPr>
          <a:xfrm>
            <a:off x="475125" y="1986363"/>
            <a:ext cx="2022000" cy="19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LegalDelta is a reinforcement learning framework designed to improve an LLM's legal reasoning capabilities. </a:t>
            </a:r>
            <a:endParaRPr/>
          </a:p>
        </p:txBody>
      </p:sp>
      <p:sp>
        <p:nvSpPr>
          <p:cNvPr id="1440" name="Google Shape;1440;p2"/>
          <p:cNvSpPr txBox="1"/>
          <p:nvPr>
            <p:ph idx="2" type="title"/>
          </p:nvPr>
        </p:nvSpPr>
        <p:spPr>
          <a:xfrm>
            <a:off x="2594325" y="1950513"/>
            <a:ext cx="2025300" cy="20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Instead of just teaching the model to output the correct final answer, it trains the model to generate meaningful Chain-of-Thought (CoT) reasoning</a:t>
            </a:r>
            <a:endParaRPr/>
          </a:p>
        </p:txBody>
      </p:sp>
      <p:sp>
        <p:nvSpPr>
          <p:cNvPr id="1441" name="Google Shape;1441;p2"/>
          <p:cNvSpPr txBox="1"/>
          <p:nvPr>
            <p:ph idx="3" type="body"/>
          </p:nvPr>
        </p:nvSpPr>
        <p:spPr>
          <a:xfrm>
            <a:off x="3067788" y="2758875"/>
            <a:ext cx="202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025"/>
              <a:t>   </a:t>
            </a:r>
            <a:endParaRPr sz="1025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t/>
            </a:r>
            <a:endParaRPr sz="1025"/>
          </a:p>
        </p:txBody>
      </p:sp>
      <p:sp>
        <p:nvSpPr>
          <p:cNvPr id="1442" name="Google Shape;1442;p2"/>
          <p:cNvSpPr txBox="1"/>
          <p:nvPr>
            <p:ph idx="4" type="title"/>
          </p:nvPr>
        </p:nvSpPr>
        <p:spPr>
          <a:xfrm>
            <a:off x="4716825" y="1950525"/>
            <a:ext cx="2027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If the reasoning genuinely helps the model arrive at the answer, the information gain is high, and the model receives a higher reward during RL training.</a:t>
            </a:r>
            <a:endParaRPr/>
          </a:p>
        </p:txBody>
      </p:sp>
      <p:sp>
        <p:nvSpPr>
          <p:cNvPr id="1443" name="Google Shape;1443;p2"/>
          <p:cNvSpPr txBox="1"/>
          <p:nvPr>
            <p:ph idx="6" type="title"/>
          </p:nvPr>
        </p:nvSpPr>
        <p:spPr>
          <a:xfrm>
            <a:off x="6908325" y="1807725"/>
            <a:ext cx="2025300" cy="25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TASK: Bail prediction; classifying whether bail is Granted or Denied (binary), or Ternary Classification based on case facts and legal arguments from Indian courts.</a:t>
            </a:r>
            <a:endParaRPr/>
          </a:p>
        </p:txBody>
      </p:sp>
      <p:cxnSp>
        <p:nvCxnSpPr>
          <p:cNvPr id="1444" name="Google Shape;1444;p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9" name="Google Shape;1449;p3"/>
          <p:cNvGrpSpPr/>
          <p:nvPr/>
        </p:nvGrpSpPr>
        <p:grpSpPr>
          <a:xfrm rot="5400000">
            <a:off x="367015" y="3325523"/>
            <a:ext cx="369896" cy="333900"/>
            <a:chOff x="96076" y="654376"/>
            <a:chExt cx="369896" cy="333900"/>
          </a:xfrm>
        </p:grpSpPr>
        <p:cxnSp>
          <p:nvCxnSpPr>
            <p:cNvPr id="1450" name="Google Shape;1450;p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1" name="Google Shape;1451;p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2" name="Google Shape;1452;p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3" name="Google Shape;1453;p3"/>
          <p:cNvGrpSpPr/>
          <p:nvPr/>
        </p:nvGrpSpPr>
        <p:grpSpPr>
          <a:xfrm rot="5400000">
            <a:off x="367015" y="2589023"/>
            <a:ext cx="369896" cy="333900"/>
            <a:chOff x="96076" y="654376"/>
            <a:chExt cx="369896" cy="333900"/>
          </a:xfrm>
        </p:grpSpPr>
        <p:cxnSp>
          <p:nvCxnSpPr>
            <p:cNvPr id="1454" name="Google Shape;1454;p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5" name="Google Shape;1455;p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6" name="Google Shape;1456;p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7" name="Google Shape;1457;p3"/>
          <p:cNvGrpSpPr/>
          <p:nvPr/>
        </p:nvGrpSpPr>
        <p:grpSpPr>
          <a:xfrm rot="5400000">
            <a:off x="365777" y="1852523"/>
            <a:ext cx="369896" cy="333900"/>
            <a:chOff x="96076" y="654376"/>
            <a:chExt cx="369896" cy="333900"/>
          </a:xfrm>
        </p:grpSpPr>
        <p:cxnSp>
          <p:nvCxnSpPr>
            <p:cNvPr id="1458" name="Google Shape;1458;p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9" name="Google Shape;1459;p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0" name="Google Shape;1460;p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61" name="Google Shape;1461;p3"/>
          <p:cNvCxnSpPr/>
          <p:nvPr/>
        </p:nvCxnSpPr>
        <p:spPr>
          <a:xfrm>
            <a:off x="816900" y="239204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2" name="Google Shape;1462;p3"/>
          <p:cNvCxnSpPr/>
          <p:nvPr/>
        </p:nvCxnSpPr>
        <p:spPr>
          <a:xfrm>
            <a:off x="816900" y="313959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3" name="Google Shape;1463;p3"/>
          <p:cNvCxnSpPr/>
          <p:nvPr/>
        </p:nvCxnSpPr>
        <p:spPr>
          <a:xfrm>
            <a:off x="816900" y="388132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4" name="Google Shape;1464;p3"/>
          <p:cNvCxnSpPr/>
          <p:nvPr/>
        </p:nvCxnSpPr>
        <p:spPr>
          <a:xfrm>
            <a:off x="816900" y="164642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5" name="Google Shape;1465;p3"/>
          <p:cNvSpPr txBox="1"/>
          <p:nvPr>
            <p:ph type="title"/>
          </p:nvPr>
        </p:nvSpPr>
        <p:spPr>
          <a:xfrm flipH="1">
            <a:off x="811725" y="1646425"/>
            <a:ext cx="75819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DPO on il_tur dataset</a:t>
            </a:r>
            <a:endParaRPr/>
          </a:p>
        </p:txBody>
      </p:sp>
      <p:sp>
        <p:nvSpPr>
          <p:cNvPr id="1466" name="Google Shape;1466;p3"/>
          <p:cNvSpPr txBox="1"/>
          <p:nvPr>
            <p:ph idx="5" type="title"/>
          </p:nvPr>
        </p:nvSpPr>
        <p:spPr>
          <a:xfrm flipH="1">
            <a:off x="811725" y="2392175"/>
            <a:ext cx="75819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DPO on nyayaumara dataset</a:t>
            </a:r>
            <a:endParaRPr/>
          </a:p>
        </p:txBody>
      </p:sp>
      <p:sp>
        <p:nvSpPr>
          <p:cNvPr id="1467" name="Google Shape;1467;p3"/>
          <p:cNvSpPr txBox="1"/>
          <p:nvPr>
            <p:ph idx="6" type="title"/>
          </p:nvPr>
        </p:nvSpPr>
        <p:spPr>
          <a:xfrm flipH="1">
            <a:off x="811725" y="3137675"/>
            <a:ext cx="75819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GRPO on il_tur dataset (Future Work)</a:t>
            </a:r>
            <a:endParaRPr/>
          </a:p>
        </p:txBody>
      </p:sp>
      <p:sp>
        <p:nvSpPr>
          <p:cNvPr id="1468" name="Google Shape;1468;p3"/>
          <p:cNvSpPr txBox="1"/>
          <p:nvPr/>
        </p:nvSpPr>
        <p:spPr>
          <a:xfrm>
            <a:off x="3407850" y="541925"/>
            <a:ext cx="29166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rPr>
              <a:t>APPROACHES</a:t>
            </a:r>
            <a:endParaRPr b="0" i="0" sz="2700" u="none" cap="none" strike="noStrike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4"/>
          <p:cNvSpPr txBox="1"/>
          <p:nvPr/>
        </p:nvSpPr>
        <p:spPr>
          <a:xfrm>
            <a:off x="455500" y="457200"/>
            <a:ext cx="7073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DPO: Direct Preference Optimization</a:t>
            </a:r>
            <a:endParaRPr b="0" i="0" sz="2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4" name="Google Shape;1474;p4"/>
          <p:cNvSpPr txBox="1"/>
          <p:nvPr/>
        </p:nvSpPr>
        <p:spPr>
          <a:xfrm>
            <a:off x="228600" y="1612175"/>
            <a:ext cx="83982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 algorithm for Reinforcement Learning from Human Feedback (RLHF). 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Instead of training a separate "Reward Model" to judge the LLM, DPO uses a dataset of pairs: a Preferred response and a Rejected response.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forces the model to increase the probability of the preferred answer while decreasing the probability of the rejected one.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5" name="Google Shape;1475;p4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https://www.overleaf.com/1422428328nrxrxjrwswdv#19f666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5"/>
          <p:cNvSpPr txBox="1"/>
          <p:nvPr/>
        </p:nvSpPr>
        <p:spPr>
          <a:xfrm>
            <a:off x="455500" y="457200"/>
            <a:ext cx="77055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GRPO: Group Relative Policy Optimization</a:t>
            </a:r>
            <a:endParaRPr b="0" i="0" sz="2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1" name="Google Shape;1481;p5"/>
          <p:cNvSpPr txBox="1"/>
          <p:nvPr/>
        </p:nvSpPr>
        <p:spPr>
          <a:xfrm>
            <a:off x="228600" y="1612175"/>
            <a:ext cx="83982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generates a group of multiple outputs for the same prompt and rewards the ones that perform best relative to the others. 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 uses "Reward Functions" (code-based rules) to score outputs.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GRPO eliminates the need for a massive "Critic" model, saving huge amounts of VRAM, which is why it works so well with libraries like Unsloth.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6"/>
          <p:cNvSpPr/>
          <p:nvPr/>
        </p:nvSpPr>
        <p:spPr>
          <a:xfrm>
            <a:off x="4684725" y="1080925"/>
            <a:ext cx="2086500" cy="406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487" name="Google Shape;1487;p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8" name="Google Shape;1488;p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9" name="Google Shape;1489;p6"/>
          <p:cNvCxnSpPr/>
          <p:nvPr/>
        </p:nvCxnSpPr>
        <p:spPr>
          <a:xfrm>
            <a:off x="521250" y="10809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0" name="Google Shape;1490;p6"/>
          <p:cNvCxnSpPr/>
          <p:nvPr/>
        </p:nvCxnSpPr>
        <p:spPr>
          <a:xfrm flipH="1">
            <a:off x="2598050" y="1083800"/>
            <a:ext cx="4500" cy="405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1" name="Google Shape;1491;p6"/>
          <p:cNvCxnSpPr/>
          <p:nvPr/>
        </p:nvCxnSpPr>
        <p:spPr>
          <a:xfrm rot="10800000">
            <a:off x="6771300" y="2991675"/>
            <a:ext cx="23727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2" name="Google Shape;1492;p6"/>
          <p:cNvSpPr txBox="1"/>
          <p:nvPr/>
        </p:nvSpPr>
        <p:spPr>
          <a:xfrm>
            <a:off x="598975" y="398725"/>
            <a:ext cx="42003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3000" u="none" cap="none" strike="noStrike">
                <a:solidFill>
                  <a:srgbClr val="E7D5A6"/>
                </a:solidFill>
                <a:latin typeface="Gowun Batang"/>
                <a:ea typeface="Gowun Batang"/>
                <a:cs typeface="Gowun Batang"/>
                <a:sym typeface="Gowun Batang"/>
              </a:rPr>
              <a:t>DPO on il_tur dataset</a:t>
            </a:r>
            <a:endParaRPr b="0" i="0" sz="3000" u="none" cap="none" strike="noStrike">
              <a:solidFill>
                <a:srgbClr val="E7D5A6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3" name="Google Shape;1493;p6"/>
          <p:cNvSpPr txBox="1"/>
          <p:nvPr/>
        </p:nvSpPr>
        <p:spPr>
          <a:xfrm>
            <a:off x="708250" y="1663925"/>
            <a:ext cx="1702800" cy="3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Objective: Use DPO to align the ‘zephyr-sft-bnb-4bit’ model with judicial decisions on the same IL-TUR bail dataset.</a:t>
            </a:r>
            <a:endParaRPr b="0" i="0" sz="15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4" name="Google Shape;1494;p6"/>
          <p:cNvSpPr txBox="1"/>
          <p:nvPr/>
        </p:nvSpPr>
        <p:spPr>
          <a:xfrm>
            <a:off x="2763138" y="1678200"/>
            <a:ext cx="17610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Chosen Response: Uses the actual judge's opinion or a correct generic response.</a:t>
            </a:r>
            <a:endParaRPr b="0" i="0" sz="15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5" name="Google Shape;1495;p6"/>
          <p:cNvSpPr txBox="1"/>
          <p:nvPr/>
        </p:nvSpPr>
        <p:spPr>
          <a:xfrm>
            <a:off x="4684750" y="1678200"/>
            <a:ext cx="19848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381819"/>
                </a:solidFill>
                <a:latin typeface="Inter"/>
                <a:ea typeface="Inter"/>
                <a:cs typeface="Inter"/>
                <a:sym typeface="Inter"/>
              </a:rPr>
              <a:t>Rejected Response: Acts as the negative constraint by providing the opposite, incorrect legal outcome.</a:t>
            </a:r>
            <a:endParaRPr b="0" i="0" sz="1500" u="none" cap="none" strike="noStrike">
              <a:solidFill>
                <a:srgbClr val="3818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6" name="Google Shape;1496;p6"/>
          <p:cNvSpPr txBox="1"/>
          <p:nvPr/>
        </p:nvSpPr>
        <p:spPr>
          <a:xfrm>
            <a:off x="7011300" y="3203100"/>
            <a:ext cx="1904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Model aggressively favoring the chosen response over the rejected one.</a:t>
            </a:r>
            <a:endParaRPr b="0" i="0" sz="15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7" name="Google Shape;1497;p6"/>
          <p:cNvSpPr txBox="1"/>
          <p:nvPr/>
        </p:nvSpPr>
        <p:spPr>
          <a:xfrm>
            <a:off x="7023400" y="1287000"/>
            <a:ext cx="18276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7D5A6"/>
                </a:solidFill>
                <a:latin typeface="Arial"/>
                <a:ea typeface="Arial"/>
                <a:cs typeface="Arial"/>
                <a:sym typeface="Arial"/>
              </a:rPr>
              <a:t>Perfect accuracy and vanishing loss giving no gradient for backpropagation.</a:t>
            </a:r>
            <a:endParaRPr b="0" i="0" sz="18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2" name="Google Shape;15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413" y="388088"/>
            <a:ext cx="7698924" cy="43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8"/>
          <p:cNvSpPr/>
          <p:nvPr/>
        </p:nvSpPr>
        <p:spPr>
          <a:xfrm>
            <a:off x="4684725" y="1080925"/>
            <a:ext cx="2086500" cy="406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508" name="Google Shape;1508;p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9" name="Google Shape;1509;p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0" name="Google Shape;1510;p8"/>
          <p:cNvCxnSpPr/>
          <p:nvPr/>
        </p:nvCxnSpPr>
        <p:spPr>
          <a:xfrm>
            <a:off x="521250" y="10809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1" name="Google Shape;1511;p8"/>
          <p:cNvCxnSpPr/>
          <p:nvPr/>
        </p:nvCxnSpPr>
        <p:spPr>
          <a:xfrm flipH="1">
            <a:off x="2598050" y="1083800"/>
            <a:ext cx="4500" cy="405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2" name="Google Shape;1512;p8"/>
          <p:cNvCxnSpPr/>
          <p:nvPr/>
        </p:nvCxnSpPr>
        <p:spPr>
          <a:xfrm rot="10800000">
            <a:off x="6771300" y="2991675"/>
            <a:ext cx="23727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3" name="Google Shape;1513;p8"/>
          <p:cNvSpPr txBox="1"/>
          <p:nvPr/>
        </p:nvSpPr>
        <p:spPr>
          <a:xfrm>
            <a:off x="598975" y="398725"/>
            <a:ext cx="64728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3000" u="none" cap="none" strike="noStrike">
                <a:solidFill>
                  <a:srgbClr val="E7D5A6"/>
                </a:solidFill>
                <a:latin typeface="Gowun Batang"/>
                <a:ea typeface="Gowun Batang"/>
                <a:cs typeface="Gowun Batang"/>
                <a:sym typeface="Gowun Batang"/>
              </a:rPr>
              <a:t>DPO on nyayaumara dataset</a:t>
            </a:r>
            <a:endParaRPr b="0" i="0" sz="3600" u="none" cap="none" strike="noStrike">
              <a:solidFill>
                <a:srgbClr val="E7D5A6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4" name="Google Shape;1514;p8"/>
          <p:cNvSpPr txBox="1"/>
          <p:nvPr/>
        </p:nvSpPr>
        <p:spPr>
          <a:xfrm>
            <a:off x="708250" y="1690300"/>
            <a:ext cx="1702800" cy="23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Objective: Use DPO to align the ‘Qwen2.5-3B-Instruct-bnb-4bit’ model with judicial decisions on the nyayaumara bail dataset.</a:t>
            </a:r>
            <a:endParaRPr b="0" i="0" sz="15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5" name="Google Shape;1515;p8"/>
          <p:cNvSpPr txBox="1"/>
          <p:nvPr/>
        </p:nvSpPr>
        <p:spPr>
          <a:xfrm>
            <a:off x="2763138" y="1690300"/>
            <a:ext cx="1761000" cy="23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Transform the raw classification dataset into (prompt, chosen, rejected) preference triples required for DPO</a:t>
            </a:r>
            <a:endParaRPr b="0" i="0" sz="15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6" name="Google Shape;1516;p8"/>
          <p:cNvSpPr txBox="1"/>
          <p:nvPr/>
        </p:nvSpPr>
        <p:spPr>
          <a:xfrm>
            <a:off x="4684750" y="1689525"/>
            <a:ext cx="20424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381819"/>
                </a:solidFill>
                <a:latin typeface="Inter"/>
                <a:ea typeface="Inter"/>
                <a:cs typeface="Inter"/>
                <a:sym typeface="Inter"/>
              </a:rPr>
              <a:t>parameter-efficient fine-tuning: applied LoRA on Qwen2.5-3B-Instruct-bnb-4b. Merge the LoRA adapters into the base model.</a:t>
            </a:r>
            <a:r>
              <a:rPr b="0" i="0" lang="en" sz="1500" u="none" cap="none" strike="noStrik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it</a:t>
            </a:r>
            <a:endParaRPr b="0" i="0" sz="1500" u="none" cap="none" strike="noStrike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Google Shape;1517;p8"/>
          <p:cNvSpPr txBox="1"/>
          <p:nvPr/>
        </p:nvSpPr>
        <p:spPr>
          <a:xfrm>
            <a:off x="6926575" y="1254600"/>
            <a:ext cx="20865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Validation Loss (0.1278) is actually lower than Training Loss (0.1345) -&gt; zero overfitting</a:t>
            </a:r>
            <a:endParaRPr b="0" i="0" sz="15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Google Shape;1518;p8"/>
          <p:cNvSpPr txBox="1"/>
          <p:nvPr/>
        </p:nvSpPr>
        <p:spPr>
          <a:xfrm>
            <a:off x="9250225" y="3675075"/>
            <a:ext cx="69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Google Shape;1519;p8"/>
          <p:cNvSpPr txBox="1"/>
          <p:nvPr/>
        </p:nvSpPr>
        <p:spPr>
          <a:xfrm>
            <a:off x="6930125" y="3148350"/>
            <a:ext cx="2161200" cy="1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Accuracy and Rewards are slightly higher on the validation set, meaning the model is picking up patterns that translate perfectly to unseen data</a:t>
            </a:r>
            <a:endParaRPr b="0" i="0" sz="14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4" name="Google Shape;15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24469"/>
            <a:ext cx="9144000" cy="671513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9"/>
          <p:cNvSpPr txBox="1"/>
          <p:nvPr/>
        </p:nvSpPr>
        <p:spPr>
          <a:xfrm>
            <a:off x="340725" y="1692750"/>
            <a:ext cx="8416500" cy="30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1819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rgbClr val="381819"/>
                </a:solidFill>
                <a:latin typeface="Inter"/>
                <a:ea typeface="Inter"/>
                <a:cs typeface="Inter"/>
                <a:sym typeface="Inter"/>
              </a:rPr>
              <a:t>Validation Loss decreased (learning stability) and improved accuracy.</a:t>
            </a:r>
            <a:endParaRPr b="0" i="0" sz="1800" u="none" cap="none" strike="noStrike">
              <a:solidFill>
                <a:srgbClr val="3818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18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1819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rgbClr val="381819"/>
                </a:solidFill>
                <a:latin typeface="Inter"/>
                <a:ea typeface="Inter"/>
                <a:cs typeface="Inter"/>
                <a:sym typeface="Inter"/>
              </a:rPr>
              <a:t>Log probability gap between the correct legal answer and the wrong one is growing; the model is becoming more confident in its legal reasoning</a:t>
            </a:r>
            <a:endParaRPr b="0" i="0" sz="1800" u="none" cap="none" strike="noStrike">
              <a:solidFill>
                <a:srgbClr val="3818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818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1819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rgbClr val="381819"/>
                </a:solidFill>
                <a:latin typeface="Inter"/>
                <a:ea typeface="Inter"/>
                <a:cs typeface="Inter"/>
                <a:sym typeface="Inter"/>
              </a:rPr>
              <a:t>The Logits/chosen and Logits/rejected are very close. This suggests the model isn't making "wild" guesses yet.</a:t>
            </a:r>
            <a:endParaRPr b="0" i="0" sz="1800" u="none" cap="none" strike="noStrike">
              <a:solidFill>
                <a:srgbClr val="38181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0" name="Google Shape;1530;p10"/>
          <p:cNvCxnSpPr/>
          <p:nvPr/>
        </p:nvCxnSpPr>
        <p:spPr>
          <a:xfrm>
            <a:off x="532950" y="-17555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1" name="Google Shape;1531;p1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2" name="Google Shape;1532;p1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3" name="Google Shape;1533;p10"/>
          <p:cNvSpPr txBox="1"/>
          <p:nvPr>
            <p:ph idx="32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Setup</a:t>
            </a:r>
            <a:endParaRPr/>
          </a:p>
        </p:txBody>
      </p:sp>
      <p:sp>
        <p:nvSpPr>
          <p:cNvPr id="1534" name="Google Shape;1534;p10"/>
          <p:cNvSpPr txBox="1"/>
          <p:nvPr/>
        </p:nvSpPr>
        <p:spPr>
          <a:xfrm>
            <a:off x="1602075" y="1051013"/>
            <a:ext cx="5524200" cy="3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35" name="Google Shape;15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2650" y="1146375"/>
            <a:ext cx="4933950" cy="3648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6" name="Google Shape;1536;p10"/>
          <p:cNvCxnSpPr/>
          <p:nvPr/>
        </p:nvCxnSpPr>
        <p:spPr>
          <a:xfrm rot="10800000">
            <a:off x="1602075" y="1355650"/>
            <a:ext cx="87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7" name="Google Shape;1537;p10"/>
          <p:cNvCxnSpPr/>
          <p:nvPr/>
        </p:nvCxnSpPr>
        <p:spPr>
          <a:xfrm>
            <a:off x="6734750" y="1366525"/>
            <a:ext cx="84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8" name="Google Shape;1538;p10"/>
          <p:cNvSpPr txBox="1"/>
          <p:nvPr/>
        </p:nvSpPr>
        <p:spPr>
          <a:xfrm>
            <a:off x="521250" y="1146375"/>
            <a:ext cx="12549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Nyanaumara dataset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9" name="Google Shape;1539;p10"/>
          <p:cNvSpPr txBox="1"/>
          <p:nvPr/>
        </p:nvSpPr>
        <p:spPr>
          <a:xfrm>
            <a:off x="7582850" y="1214275"/>
            <a:ext cx="13326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Exploration-Lab/IL-TUR dataset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1"/>
          <p:cNvSpPr/>
          <p:nvPr/>
        </p:nvSpPr>
        <p:spPr>
          <a:xfrm>
            <a:off x="4684725" y="1080925"/>
            <a:ext cx="2086500" cy="406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545" name="Google Shape;1545;p1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6" name="Google Shape;1546;p1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7" name="Google Shape;1547;p11"/>
          <p:cNvCxnSpPr/>
          <p:nvPr/>
        </p:nvCxnSpPr>
        <p:spPr>
          <a:xfrm>
            <a:off x="521250" y="10809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8" name="Google Shape;1548;p11"/>
          <p:cNvCxnSpPr/>
          <p:nvPr/>
        </p:nvCxnSpPr>
        <p:spPr>
          <a:xfrm flipH="1">
            <a:off x="2598050" y="1083800"/>
            <a:ext cx="4500" cy="405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9" name="Google Shape;1549;p11"/>
          <p:cNvCxnSpPr/>
          <p:nvPr/>
        </p:nvCxnSpPr>
        <p:spPr>
          <a:xfrm rot="10800000">
            <a:off x="6771300" y="2991675"/>
            <a:ext cx="23727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0" name="Google Shape;1550;p11"/>
          <p:cNvSpPr txBox="1"/>
          <p:nvPr/>
        </p:nvSpPr>
        <p:spPr>
          <a:xfrm>
            <a:off x="598975" y="398725"/>
            <a:ext cx="42003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E7D5A6"/>
                </a:solidFill>
                <a:latin typeface="Gowun Batang"/>
                <a:ea typeface="Gowun Batang"/>
                <a:cs typeface="Gowun Batang"/>
                <a:sym typeface="Gowun Batang"/>
              </a:rPr>
              <a:t>GRPO on il_tur dataset</a:t>
            </a:r>
            <a:endParaRPr b="0" i="0" sz="34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1" name="Google Shape;1551;p11"/>
          <p:cNvSpPr txBox="1"/>
          <p:nvPr/>
        </p:nvSpPr>
        <p:spPr>
          <a:xfrm>
            <a:off x="721325" y="1410025"/>
            <a:ext cx="1702800" cy="3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Objective: Fine-tune Meta-Llama-3.1-8B-Instruct to predict bail outcomes (Granted/Denied) from case facts using the Exploration-Lab/IL-TUR dataset.</a:t>
            </a:r>
            <a:endParaRPr b="0" i="0" sz="15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2" name="Google Shape;1552;p11"/>
          <p:cNvSpPr txBox="1"/>
          <p:nvPr/>
        </p:nvSpPr>
        <p:spPr>
          <a:xfrm>
            <a:off x="2763375" y="1520850"/>
            <a:ext cx="1761000" cy="25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XML Format Reward: Grants positive rewards for strictly adhering to the &lt;reasoning&gt; and &lt;answer&gt; XML tags.</a:t>
            </a:r>
            <a:endParaRPr b="0" i="0" sz="15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3" name="Google Shape;1553;p11"/>
          <p:cNvSpPr txBox="1"/>
          <p:nvPr/>
        </p:nvSpPr>
        <p:spPr>
          <a:xfrm>
            <a:off x="4765863" y="1520850"/>
            <a:ext cx="19242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381819"/>
                </a:solidFill>
                <a:latin typeface="Inter"/>
                <a:ea typeface="Inter"/>
                <a:cs typeface="Inter"/>
                <a:sym typeface="Inter"/>
              </a:rPr>
              <a:t>Accuracy Score: Rewards accurate predictions (+2.0 for correct, -1.0 for hallucinations, 0.5 for format-matching errors).</a:t>
            </a:r>
            <a:endParaRPr b="0" i="0" sz="1500" u="none" cap="none" strike="noStrike">
              <a:solidFill>
                <a:srgbClr val="3818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4" name="Google Shape;1554;p11"/>
          <p:cNvSpPr txBox="1"/>
          <p:nvPr/>
        </p:nvSpPr>
        <p:spPr>
          <a:xfrm>
            <a:off x="6931575" y="1206200"/>
            <a:ext cx="2086500" cy="1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Information Gain Multiplier: Calculates a diversity bonus based on logic differences (LegalDelta formula).</a:t>
            </a:r>
            <a:endParaRPr b="0" i="0" sz="15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9" name="Google Shape;1559;p1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0" name="Google Shape;1560;p12"/>
          <p:cNvCxnSpPr/>
          <p:nvPr/>
        </p:nvCxnSpPr>
        <p:spPr>
          <a:xfrm>
            <a:off x="686725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61" name="Google Shape;1561;p12"/>
          <p:cNvGrpSpPr/>
          <p:nvPr/>
        </p:nvGrpSpPr>
        <p:grpSpPr>
          <a:xfrm rot="5400000">
            <a:off x="334827" y="607673"/>
            <a:ext cx="369896" cy="333900"/>
            <a:chOff x="96076" y="654376"/>
            <a:chExt cx="369896" cy="333900"/>
          </a:xfrm>
        </p:grpSpPr>
        <p:cxnSp>
          <p:nvCxnSpPr>
            <p:cNvPr id="1562" name="Google Shape;1562;p1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3" name="Google Shape;1563;p1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64" name="Google Shape;1564;p1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565" name="Google Shape;1565;p12"/>
          <p:cNvCxnSpPr/>
          <p:nvPr/>
        </p:nvCxnSpPr>
        <p:spPr>
          <a:xfrm rot="10800000">
            <a:off x="686725" y="1198800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6" name="Google Shape;1566;p12"/>
          <p:cNvSpPr txBox="1"/>
          <p:nvPr/>
        </p:nvSpPr>
        <p:spPr>
          <a:xfrm>
            <a:off x="786575" y="474850"/>
            <a:ext cx="43932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Key modifications in GRPO:</a:t>
            </a:r>
            <a:endParaRPr b="0" i="0" sz="25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Google Shape;1567;p12"/>
          <p:cNvSpPr txBox="1"/>
          <p:nvPr/>
        </p:nvSpPr>
        <p:spPr>
          <a:xfrm>
            <a:off x="699675" y="1518950"/>
            <a:ext cx="7649400" cy="27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D5A6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Swaps the previous Qwen-based model for Llama 3.1 8B providing superior bilingual performance</a:t>
            </a:r>
            <a:endParaRPr b="0" i="0" sz="18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D5A6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Replaces English/Chinese system prompts with a native Hindi </a:t>
            </a:r>
            <a:endParaRPr b="0" i="0" sz="18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System Prompt</a:t>
            </a:r>
            <a:endParaRPr b="0" i="0" sz="18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D5A6"/>
              </a:buClr>
              <a:buSzPts val="1800"/>
              <a:buFont typeface="Inter"/>
              <a:buChar char="●"/>
            </a:pPr>
            <a:r>
              <a:rPr b="0" i="0" lang="en" sz="1800" u="none" cap="none" strike="noStrike">
                <a:solidFill>
                  <a:srgbClr val="E7D5A6"/>
                </a:solidFill>
                <a:latin typeface="Inter"/>
                <a:ea typeface="Inter"/>
                <a:cs typeface="Inter"/>
                <a:sym typeface="Inter"/>
              </a:rPr>
              <a:t>Specialized reward functions (xmlcount and bail_accuracy) to enforce strict formatting and accurate legal outcomes</a:t>
            </a:r>
            <a:endParaRPr b="0" i="0" sz="1800" u="none" cap="none" strike="noStrike">
              <a:solidFill>
                <a:srgbClr val="E7D5A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3"/>
          <p:cNvSpPr txBox="1"/>
          <p:nvPr>
            <p:ph type="title"/>
          </p:nvPr>
        </p:nvSpPr>
        <p:spPr>
          <a:xfrm flipH="1">
            <a:off x="2330450" y="1767425"/>
            <a:ext cx="57261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en" sz="7400"/>
              <a:t>Thank you</a:t>
            </a:r>
            <a:endParaRPr sz="7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ARD MEETING">
  <a:themeElements>
    <a:clrScheme name="Simple Light">
      <a:dk1>
        <a:srgbClr val="E1DCD8"/>
      </a:dk1>
      <a:lt1>
        <a:srgbClr val="032C3C"/>
      </a:lt1>
      <a:dk2>
        <a:srgbClr val="381819"/>
      </a:dk2>
      <a:lt2>
        <a:srgbClr val="EAEAEA"/>
      </a:lt2>
      <a:accent1>
        <a:srgbClr val="BA351A"/>
      </a:accent1>
      <a:accent2>
        <a:srgbClr val="6B2A2D"/>
      </a:accent2>
      <a:accent3>
        <a:srgbClr val="E7D5A6"/>
      </a:accent3>
      <a:accent4>
        <a:srgbClr val="7EDA9C"/>
      </a:accent4>
      <a:accent5>
        <a:srgbClr val="90B3EC"/>
      </a:accent5>
      <a:accent6>
        <a:srgbClr val="E6C5B8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